
<file path=[Content_Types].xml><?xml version="1.0" encoding="utf-8"?>
<Types xmlns="http://schemas.openxmlformats.org/package/2006/content-types">
  <Default Extension="png" ContentType="image/png"/>
  <Default Extension="bin" ContentType="application/vnd.openxmlformats-officedocument.oleObject"/>
  <Default Extension="wmf" ContentType="image/x-w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tags/tag62.xml" ContentType="application/vnd.openxmlformats-officedocument.presentationml.tags+xml"/>
  <Override PartName="/ppt/notesSlides/notesSlide2.xml" ContentType="application/vnd.openxmlformats-officedocument.presentationml.notesSlide+xml"/>
  <Override PartName="/ppt/tags/tag63.xml" ContentType="application/vnd.openxmlformats-officedocument.presentationml.tags+xml"/>
  <Override PartName="/ppt/notesSlides/notesSlide3.xml" ContentType="application/vnd.openxmlformats-officedocument.presentationml.notesSlide+xml"/>
  <Override PartName="/ppt/tags/tag64.xml" ContentType="application/vnd.openxmlformats-officedocument.presentationml.tags+xml"/>
  <Override PartName="/ppt/notesSlides/notesSlide4.xml" ContentType="application/vnd.openxmlformats-officedocument.presentationml.notesSlide+xml"/>
  <Override PartName="/ppt/tags/tag65.xml" ContentType="application/vnd.openxmlformats-officedocument.presentationml.tags+xml"/>
  <Override PartName="/ppt/notesSlides/notesSlide5.xml" ContentType="application/vnd.openxmlformats-officedocument.presentationml.notesSlide+xml"/>
  <Override PartName="/ppt/tags/tag66.xml" ContentType="application/vnd.openxmlformats-officedocument.presentationml.tags+xml"/>
  <Override PartName="/ppt/notesSlides/notesSlide6.xml" ContentType="application/vnd.openxmlformats-officedocument.presentationml.notesSlide+xml"/>
  <Override PartName="/ppt/tags/tag67.xml" ContentType="application/vnd.openxmlformats-officedocument.presentationml.tags+xml"/>
  <Override PartName="/ppt/notesSlides/notesSlide7.xml" ContentType="application/vnd.openxmlformats-officedocument.presentationml.notesSlide+xml"/>
  <Override PartName="/ppt/tags/tag68.xml" ContentType="application/vnd.openxmlformats-officedocument.presentationml.tags+xml"/>
  <Override PartName="/ppt/notesSlides/notesSlide8.xml" ContentType="application/vnd.openxmlformats-officedocument.presentationml.notesSlide+xml"/>
  <Override PartName="/ppt/tags/tag69.xml" ContentType="application/vnd.openxmlformats-officedocument.presentationml.tags+xml"/>
  <Override PartName="/ppt/notesSlides/notesSlide9.xml" ContentType="application/vnd.openxmlformats-officedocument.presentationml.notesSlide+xml"/>
  <Override PartName="/ppt/tags/tag70.xml" ContentType="application/vnd.openxmlformats-officedocument.presentationml.tags+xml"/>
  <Override PartName="/ppt/notesSlides/notesSlide10.xml" ContentType="application/vnd.openxmlformats-officedocument.presentationml.notesSlide+xml"/>
  <Override PartName="/ppt/tags/tag71.xml" ContentType="application/vnd.openxmlformats-officedocument.presentationml.tags+xml"/>
  <Override PartName="/ppt/notesSlides/notesSlide11.xml" ContentType="application/vnd.openxmlformats-officedocument.presentationml.notesSlide+xml"/>
  <Override PartName="/ppt/tags/tag72.xml" ContentType="application/vnd.openxmlformats-officedocument.presentationml.tags+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2" r:id="rId2"/>
  </p:sldMasterIdLst>
  <p:notesMasterIdLst>
    <p:notesMasterId r:id="rId16"/>
  </p:notesMasterIdLst>
  <p:handoutMasterIdLst>
    <p:handoutMasterId r:id="rId17"/>
  </p:handoutMasterIdLst>
  <p:sldIdLst>
    <p:sldId id="256" r:id="rId3"/>
    <p:sldId id="2774" r:id="rId4"/>
    <p:sldId id="2759" r:id="rId5"/>
    <p:sldId id="2763" r:id="rId6"/>
    <p:sldId id="2769" r:id="rId7"/>
    <p:sldId id="2770" r:id="rId8"/>
    <p:sldId id="2777" r:id="rId9"/>
    <p:sldId id="2779" r:id="rId10"/>
    <p:sldId id="2780" r:id="rId11"/>
    <p:sldId id="2781" r:id="rId12"/>
    <p:sldId id="2785" r:id="rId13"/>
    <p:sldId id="2772" r:id="rId14"/>
    <p:sldId id="2773" r:id="rId15"/>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48" userDrawn="1">
          <p15:clr>
            <a:srgbClr val="A4A3A4"/>
          </p15:clr>
        </p15:guide>
        <p15:guide id="2" pos="3839"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57555"/>
    <a:srgbClr val="03532A"/>
    <a:srgbClr val="0000FF"/>
    <a:srgbClr val="8F86FC"/>
    <a:srgbClr val="E3E7EF"/>
    <a:srgbClr val="DCDCDC"/>
    <a:srgbClr val="F0F0F0"/>
    <a:srgbClr val="E6E6E6"/>
    <a:srgbClr val="C8C8C8"/>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778" autoAdjust="0"/>
    <p:restoredTop sz="85573" autoAdjust="0"/>
  </p:normalViewPr>
  <p:slideViewPr>
    <p:cSldViewPr snapToGrid="0">
      <p:cViewPr varScale="1">
        <p:scale>
          <a:sx n="69" d="100"/>
          <a:sy n="69" d="100"/>
        </p:scale>
        <p:origin x="1097" y="51"/>
      </p:cViewPr>
      <p:guideLst>
        <p:guide orient="horz" pos="2148"/>
        <p:guide pos="3839"/>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presProps" Target="presProps.xml"/><Relationship Id="rId3" Type="http://schemas.openxmlformats.org/officeDocument/2006/relationships/slide" Target="slides/slide1.xml"/><Relationship Id="rId21" Type="http://schemas.openxmlformats.org/officeDocument/2006/relationships/tableStyles" Target="tableStyle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handoutMaster" Target="handoutMasters/handoutMaster1.xml"/><Relationship Id="rId2" Type="http://schemas.openxmlformats.org/officeDocument/2006/relationships/slideMaster" Target="slideMasters/slideMaster2.xml"/><Relationship Id="rId16" Type="http://schemas.openxmlformats.org/officeDocument/2006/relationships/notesMaster" Target="notesMasters/notesMaster1.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slide" Target="slides/slide13.xml"/><Relationship Id="rId10" Type="http://schemas.openxmlformats.org/officeDocument/2006/relationships/slide" Target="slides/slide8.xml"/><Relationship Id="rId19"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3.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5.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latin typeface="微软雅黑" panose="020B0503020204020204" charset="-122"/>
              <a:ea typeface="微软雅黑" panose="020B0503020204020204" charset="-122"/>
            </a:endParaRPr>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latin typeface="微软雅黑" panose="020B0503020204020204" charset="-122"/>
                <a:ea typeface="微软雅黑" panose="020B0503020204020204" charset="-122"/>
              </a:rPr>
              <a:t>2026/6/16</a:t>
            </a:fld>
            <a:endParaRPr lang="zh-CN" altLang="en-US">
              <a:latin typeface="微软雅黑" panose="020B0503020204020204" charset="-122"/>
              <a:ea typeface="微软雅黑" panose="020B0503020204020204" charset="-122"/>
            </a:endParaRPr>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latin typeface="微软雅黑" panose="020B0503020204020204" charset="-122"/>
              <a:ea typeface="微软雅黑" panose="020B0503020204020204" charset="-122"/>
            </a:endParaRPr>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latin typeface="微软雅黑" panose="020B0503020204020204" charset="-122"/>
                <a:ea typeface="微软雅黑" panose="020B0503020204020204" charset="-122"/>
              </a:rPr>
              <a:t>‹#›</a:t>
            </a:fld>
            <a:endParaRPr lang="zh-CN" altLang="en-US">
              <a:latin typeface="微软雅黑" panose="020B0503020204020204" charset="-122"/>
              <a:ea typeface="微软雅黑" panose="020B0503020204020204" charset="-122"/>
            </a:endParaRPr>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微软雅黑" panose="020B0503020204020204" charset="-122"/>
                <a:ea typeface="微软雅黑" panose="020B0503020204020204" charset="-122"/>
              </a:defRPr>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微软雅黑" panose="020B0503020204020204" charset="-122"/>
                <a:ea typeface="微软雅黑" panose="020B0503020204020204" charset="-122"/>
              </a:defRPr>
            </a:lvl1pPr>
          </a:lstStyle>
          <a:p>
            <a:fld id="{1AC49D05-6128-4D0D-A32A-06A5E73B386C}" type="datetimeFigureOut">
              <a:rPr lang="zh-CN" altLang="en-US" smtClean="0"/>
              <a:t>2026/6/16</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微软雅黑" panose="020B0503020204020204" charset="-122"/>
                <a:ea typeface="微软雅黑" panose="020B0503020204020204" charset="-122"/>
              </a:defRPr>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微软雅黑" panose="020B0503020204020204" charset="-122"/>
                <a:ea typeface="微软雅黑" panose="020B0503020204020204" charset="-122"/>
              </a:defRPr>
            </a:lvl1pPr>
          </a:lstStyle>
          <a:p>
            <a:fld id="{5849F42C-2DAE-424C-A4B8-3140182C3E9F}"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600" kern="1200">
        <a:solidFill>
          <a:schemeClr val="tx1"/>
        </a:solidFill>
        <a:latin typeface="微软雅黑" panose="020B0503020204020204" charset="-122"/>
        <a:ea typeface="微软雅黑" panose="020B0503020204020204" charset="-122"/>
        <a:cs typeface="+mn-cs"/>
      </a:defRPr>
    </a:lvl1pPr>
    <a:lvl2pPr marL="457200" algn="l" defTabSz="914400" rtl="0" eaLnBrk="1" latinLnBrk="0" hangingPunct="1">
      <a:defRPr sz="1200" kern="1200">
        <a:solidFill>
          <a:schemeClr val="tx1"/>
        </a:solidFill>
        <a:latin typeface="微软雅黑" panose="020B0503020204020204" charset="-122"/>
        <a:ea typeface="微软雅黑" panose="020B0503020204020204" charset="-122"/>
        <a:cs typeface="+mn-cs"/>
      </a:defRPr>
    </a:lvl2pPr>
    <a:lvl3pPr marL="914400" algn="l" defTabSz="914400" rtl="0" eaLnBrk="1" latinLnBrk="0" hangingPunct="1">
      <a:defRPr sz="1200" kern="1200">
        <a:solidFill>
          <a:schemeClr val="tx1"/>
        </a:solidFill>
        <a:latin typeface="微软雅黑" panose="020B0503020204020204" charset="-122"/>
        <a:ea typeface="微软雅黑" panose="020B0503020204020204" charset="-122"/>
        <a:cs typeface="+mn-cs"/>
      </a:defRPr>
    </a:lvl3pPr>
    <a:lvl4pPr marL="1371600" algn="l" defTabSz="914400" rtl="0" eaLnBrk="1" latinLnBrk="0" hangingPunct="1">
      <a:defRPr sz="1200" kern="1200">
        <a:solidFill>
          <a:schemeClr val="tx1"/>
        </a:solidFill>
        <a:latin typeface="微软雅黑" panose="020B0503020204020204" charset="-122"/>
        <a:ea typeface="微软雅黑" panose="020B0503020204020204" charset="-122"/>
        <a:cs typeface="+mn-cs"/>
      </a:defRPr>
    </a:lvl4pPr>
    <a:lvl5pPr marL="1828800" algn="l" defTabSz="914400" rtl="0" eaLnBrk="1" latinLnBrk="0" hangingPunct="1">
      <a:defRPr sz="1200" kern="1200">
        <a:solidFill>
          <a:schemeClr val="tx1"/>
        </a:solidFill>
        <a:latin typeface="微软雅黑" panose="020B0503020204020204" charset="-122"/>
        <a:ea typeface="微软雅黑" panose="020B0503020204020204"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038600" y="857250"/>
            <a:ext cx="4114800" cy="2314575"/>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DD0F7DD-3D7D-4BF5-8EA0-FB7A774BB5E7}"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111373092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5D0DACE-38E0-42D2-9336-2B707D34BC6D}" type="slidenum">
              <a:rPr kumimoji="0" lang="zh-CN" altLang="en-US" sz="1200" b="0" i="0" u="none" strike="noStrike" kern="1200" cap="none" spc="0" normalizeH="0" baseline="0" noProof="0" smtClean="0">
                <a:ln>
                  <a:noFill/>
                </a:ln>
                <a:solidFill>
                  <a:prstClr val="black"/>
                </a:solidFill>
                <a:effectLst/>
                <a:uLnTx/>
                <a:uFillTx/>
                <a:latin typeface="微软雅黑" panose="020B0503020204020204" charset="-122"/>
                <a:ea typeface="微软雅黑" panose="020B0503020204020204"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zh-CN" altLang="en-US" sz="1200" b="0" i="0" u="none" strike="noStrike" kern="1200" cap="none" spc="0" normalizeH="0" baseline="0" noProof="0">
              <a:ln>
                <a:noFill/>
              </a:ln>
              <a:solidFill>
                <a:prstClr val="black"/>
              </a:solidFill>
              <a:effectLst/>
              <a:uLnTx/>
              <a:uFillTx/>
              <a:latin typeface="微软雅黑" panose="020B0503020204020204" charset="-122"/>
              <a:ea typeface="微软雅黑" panose="020B0503020204020204" charset="-122"/>
              <a:cs typeface="+mn-cs"/>
            </a:endParaRPr>
          </a:p>
        </p:txBody>
      </p:sp>
    </p:spTree>
    <p:extLst>
      <p:ext uri="{BB962C8B-B14F-4D97-AF65-F5344CB8AC3E}">
        <p14:creationId xmlns:p14="http://schemas.microsoft.com/office/powerpoint/2010/main" val="348566023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5D0DACE-38E0-42D2-9336-2B707D34BC6D}" type="slidenum">
              <a:rPr kumimoji="0" lang="zh-CN" altLang="en-US" sz="1200" b="0" i="0" u="none" strike="noStrike" kern="1200" cap="none" spc="0" normalizeH="0" baseline="0" noProof="0" smtClean="0">
                <a:ln>
                  <a:noFill/>
                </a:ln>
                <a:solidFill>
                  <a:prstClr val="black"/>
                </a:solidFill>
                <a:effectLst/>
                <a:uLnTx/>
                <a:uFillTx/>
                <a:latin typeface="微软雅黑" panose="020B0503020204020204" charset="-122"/>
                <a:ea typeface="微软雅黑" panose="020B0503020204020204"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zh-CN" altLang="en-US" sz="1200" b="0" i="0" u="none" strike="noStrike" kern="1200" cap="none" spc="0" normalizeH="0" baseline="0" noProof="0">
              <a:ln>
                <a:noFill/>
              </a:ln>
              <a:solidFill>
                <a:prstClr val="black"/>
              </a:solidFill>
              <a:effectLst/>
              <a:uLnTx/>
              <a:uFillTx/>
              <a:latin typeface="微软雅黑" panose="020B0503020204020204" charset="-122"/>
              <a:ea typeface="微软雅黑" panose="020B0503020204020204" charset="-122"/>
              <a:cs typeface="+mn-cs"/>
            </a:endParaRPr>
          </a:p>
        </p:txBody>
      </p:sp>
    </p:spTree>
    <p:extLst>
      <p:ext uri="{BB962C8B-B14F-4D97-AF65-F5344CB8AC3E}">
        <p14:creationId xmlns:p14="http://schemas.microsoft.com/office/powerpoint/2010/main" val="416615055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5D0DACE-38E0-42D2-9336-2B707D34BC6D}" type="slidenum">
              <a:rPr kumimoji="0" lang="zh-CN" altLang="en-US" sz="1200" b="0" i="0" u="none" strike="noStrike" kern="1200" cap="none" spc="0" normalizeH="0" baseline="0" noProof="0" smtClean="0">
                <a:ln>
                  <a:noFill/>
                </a:ln>
                <a:solidFill>
                  <a:prstClr val="black"/>
                </a:solidFill>
                <a:effectLst/>
                <a:uLnTx/>
                <a:uFillTx/>
                <a:latin typeface="微软雅黑" panose="020B0503020204020204" charset="-122"/>
                <a:ea typeface="微软雅黑" panose="020B0503020204020204"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zh-CN" altLang="en-US" sz="1200" b="0" i="0" u="none" strike="noStrike" kern="1200" cap="none" spc="0" normalizeH="0" baseline="0" noProof="0">
              <a:ln>
                <a:noFill/>
              </a:ln>
              <a:solidFill>
                <a:prstClr val="black"/>
              </a:solidFill>
              <a:effectLst/>
              <a:uLnTx/>
              <a:uFillTx/>
              <a:latin typeface="微软雅黑" panose="020B0503020204020204" charset="-122"/>
              <a:ea typeface="微软雅黑" panose="020B0503020204020204" charset="-122"/>
              <a:cs typeface="+mn-cs"/>
            </a:endParaRPr>
          </a:p>
        </p:txBody>
      </p:sp>
    </p:spTree>
    <p:extLst>
      <p:ext uri="{BB962C8B-B14F-4D97-AF65-F5344CB8AC3E}">
        <p14:creationId xmlns:p14="http://schemas.microsoft.com/office/powerpoint/2010/main" val="267074903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5D0DACE-38E0-42D2-9336-2B707D34BC6D}" type="slidenum">
              <a:rPr kumimoji="0" lang="zh-CN" altLang="en-US" sz="1200" b="0" i="0" u="none" strike="noStrike" kern="1200" cap="none" spc="0" normalizeH="0" baseline="0" noProof="0" smtClean="0">
                <a:ln>
                  <a:noFill/>
                </a:ln>
                <a:solidFill>
                  <a:prstClr val="black"/>
                </a:solidFill>
                <a:effectLst/>
                <a:uLnTx/>
                <a:uFillTx/>
                <a:latin typeface="微软雅黑" panose="020B0503020204020204" charset="-122"/>
                <a:ea typeface="微软雅黑" panose="020B0503020204020204"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zh-CN" altLang="en-US" sz="1200" b="0" i="0" u="none" strike="noStrike" kern="1200" cap="none" spc="0" normalizeH="0" baseline="0" noProof="0">
              <a:ln>
                <a:noFill/>
              </a:ln>
              <a:solidFill>
                <a:prstClr val="black"/>
              </a:solidFill>
              <a:effectLst/>
              <a:uLnTx/>
              <a:uFillTx/>
              <a:latin typeface="微软雅黑" panose="020B0503020204020204" charset="-122"/>
              <a:ea typeface="微软雅黑" panose="020B0503020204020204" charset="-122"/>
              <a:cs typeface="+mn-cs"/>
            </a:endParaRPr>
          </a:p>
        </p:txBody>
      </p:sp>
    </p:spTree>
    <p:extLst>
      <p:ext uri="{BB962C8B-B14F-4D97-AF65-F5344CB8AC3E}">
        <p14:creationId xmlns:p14="http://schemas.microsoft.com/office/powerpoint/2010/main" val="288565162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5D0DACE-38E0-42D2-9336-2B707D34BC6D}" type="slidenum">
              <a:rPr kumimoji="0" lang="zh-CN" altLang="en-US" sz="1200" b="0" i="0" u="none" strike="noStrike" kern="1200" cap="none" spc="0" normalizeH="0" baseline="0" noProof="0" smtClean="0">
                <a:ln>
                  <a:noFill/>
                </a:ln>
                <a:solidFill>
                  <a:prstClr val="black"/>
                </a:solidFill>
                <a:effectLst/>
                <a:uLnTx/>
                <a:uFillTx/>
                <a:latin typeface="微软雅黑" panose="020B0503020204020204" charset="-122"/>
                <a:ea typeface="微软雅黑" panose="020B0503020204020204"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zh-CN" altLang="en-US" sz="1200" b="0" i="0" u="none" strike="noStrike" kern="1200" cap="none" spc="0" normalizeH="0" baseline="0" noProof="0">
              <a:ln>
                <a:noFill/>
              </a:ln>
              <a:solidFill>
                <a:prstClr val="black"/>
              </a:solidFill>
              <a:effectLst/>
              <a:uLnTx/>
              <a:uFillTx/>
              <a:latin typeface="微软雅黑" panose="020B0503020204020204" charset="-122"/>
              <a:ea typeface="微软雅黑" panose="020B0503020204020204" charset="-122"/>
              <a:cs typeface="+mn-cs"/>
            </a:endParaRPr>
          </a:p>
        </p:txBody>
      </p:sp>
    </p:spTree>
    <p:extLst>
      <p:ext uri="{BB962C8B-B14F-4D97-AF65-F5344CB8AC3E}">
        <p14:creationId xmlns:p14="http://schemas.microsoft.com/office/powerpoint/2010/main" val="50425134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5D0DACE-38E0-42D2-9336-2B707D34BC6D}" type="slidenum">
              <a:rPr kumimoji="0" lang="zh-CN" altLang="en-US" sz="1200" b="0" i="0" u="none" strike="noStrike" kern="1200" cap="none" spc="0" normalizeH="0" baseline="0" noProof="0" smtClean="0">
                <a:ln>
                  <a:noFill/>
                </a:ln>
                <a:solidFill>
                  <a:prstClr val="black"/>
                </a:solidFill>
                <a:effectLst/>
                <a:uLnTx/>
                <a:uFillTx/>
                <a:latin typeface="微软雅黑" panose="020B0503020204020204" charset="-122"/>
                <a:ea typeface="微软雅黑" panose="020B0503020204020204"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zh-CN" altLang="en-US" sz="1200" b="0" i="0" u="none" strike="noStrike" kern="1200" cap="none" spc="0" normalizeH="0" baseline="0" noProof="0">
              <a:ln>
                <a:noFill/>
              </a:ln>
              <a:solidFill>
                <a:prstClr val="black"/>
              </a:solidFill>
              <a:effectLst/>
              <a:uLnTx/>
              <a:uFillTx/>
              <a:latin typeface="微软雅黑" panose="020B0503020204020204" charset="-122"/>
              <a:ea typeface="微软雅黑" panose="020B0503020204020204" charset="-122"/>
              <a:cs typeface="+mn-cs"/>
            </a:endParaRPr>
          </a:p>
        </p:txBody>
      </p:sp>
    </p:spTree>
    <p:extLst>
      <p:ext uri="{BB962C8B-B14F-4D97-AF65-F5344CB8AC3E}">
        <p14:creationId xmlns:p14="http://schemas.microsoft.com/office/powerpoint/2010/main" val="171201272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5D0DACE-38E0-42D2-9336-2B707D34BC6D}" type="slidenum">
              <a:rPr kumimoji="0" lang="zh-CN" altLang="en-US" sz="1200" b="0" i="0" u="none" strike="noStrike" kern="1200" cap="none" spc="0" normalizeH="0" baseline="0" noProof="0" smtClean="0">
                <a:ln>
                  <a:noFill/>
                </a:ln>
                <a:solidFill>
                  <a:prstClr val="black"/>
                </a:solidFill>
                <a:effectLst/>
                <a:uLnTx/>
                <a:uFillTx/>
                <a:latin typeface="微软雅黑" panose="020B0503020204020204" charset="-122"/>
                <a:ea typeface="微软雅黑" panose="020B0503020204020204"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zh-CN" altLang="en-US" sz="1200" b="0" i="0" u="none" strike="noStrike" kern="1200" cap="none" spc="0" normalizeH="0" baseline="0" noProof="0">
              <a:ln>
                <a:noFill/>
              </a:ln>
              <a:solidFill>
                <a:prstClr val="black"/>
              </a:solidFill>
              <a:effectLst/>
              <a:uLnTx/>
              <a:uFillTx/>
              <a:latin typeface="微软雅黑" panose="020B0503020204020204" charset="-122"/>
              <a:ea typeface="微软雅黑" panose="020B0503020204020204" charset="-122"/>
              <a:cs typeface="+mn-cs"/>
            </a:endParaRPr>
          </a:p>
        </p:txBody>
      </p:sp>
    </p:spTree>
    <p:extLst>
      <p:ext uri="{BB962C8B-B14F-4D97-AF65-F5344CB8AC3E}">
        <p14:creationId xmlns:p14="http://schemas.microsoft.com/office/powerpoint/2010/main" val="206946912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5D0DACE-38E0-42D2-9336-2B707D34BC6D}" type="slidenum">
              <a:rPr kumimoji="0" lang="zh-CN" altLang="en-US" sz="1200" b="0" i="0" u="none" strike="noStrike" kern="1200" cap="none" spc="0" normalizeH="0" baseline="0" noProof="0" smtClean="0">
                <a:ln>
                  <a:noFill/>
                </a:ln>
                <a:solidFill>
                  <a:prstClr val="black"/>
                </a:solidFill>
                <a:effectLst/>
                <a:uLnTx/>
                <a:uFillTx/>
                <a:latin typeface="微软雅黑" panose="020B0503020204020204" charset="-122"/>
                <a:ea typeface="微软雅黑" panose="020B0503020204020204"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zh-CN" altLang="en-US" sz="1200" b="0" i="0" u="none" strike="noStrike" kern="1200" cap="none" spc="0" normalizeH="0" baseline="0" noProof="0">
              <a:ln>
                <a:noFill/>
              </a:ln>
              <a:solidFill>
                <a:prstClr val="black"/>
              </a:solidFill>
              <a:effectLst/>
              <a:uLnTx/>
              <a:uFillTx/>
              <a:latin typeface="微软雅黑" panose="020B0503020204020204" charset="-122"/>
              <a:ea typeface="微软雅黑" panose="020B0503020204020204" charset="-122"/>
              <a:cs typeface="+mn-cs"/>
            </a:endParaRPr>
          </a:p>
        </p:txBody>
      </p:sp>
    </p:spTree>
    <p:extLst>
      <p:ext uri="{BB962C8B-B14F-4D97-AF65-F5344CB8AC3E}">
        <p14:creationId xmlns:p14="http://schemas.microsoft.com/office/powerpoint/2010/main" val="223219190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5D0DACE-38E0-42D2-9336-2B707D34BC6D}" type="slidenum">
              <a:rPr kumimoji="0" lang="zh-CN" altLang="en-US" sz="1200" b="0" i="0" u="none" strike="noStrike" kern="1200" cap="none" spc="0" normalizeH="0" baseline="0" noProof="0" smtClean="0">
                <a:ln>
                  <a:noFill/>
                </a:ln>
                <a:solidFill>
                  <a:prstClr val="black"/>
                </a:solidFill>
                <a:effectLst/>
                <a:uLnTx/>
                <a:uFillTx/>
                <a:latin typeface="微软雅黑" panose="020B0503020204020204" charset="-122"/>
                <a:ea typeface="微软雅黑" panose="020B0503020204020204"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zh-CN" altLang="en-US" sz="1200" b="0" i="0" u="none" strike="noStrike" kern="1200" cap="none" spc="0" normalizeH="0" baseline="0" noProof="0">
              <a:ln>
                <a:noFill/>
              </a:ln>
              <a:solidFill>
                <a:prstClr val="black"/>
              </a:solidFill>
              <a:effectLst/>
              <a:uLnTx/>
              <a:uFillTx/>
              <a:latin typeface="微软雅黑" panose="020B0503020204020204" charset="-122"/>
              <a:ea typeface="微软雅黑" panose="020B0503020204020204" charset="-122"/>
              <a:cs typeface="+mn-cs"/>
            </a:endParaRPr>
          </a:p>
        </p:txBody>
      </p:sp>
    </p:spTree>
    <p:extLst>
      <p:ext uri="{BB962C8B-B14F-4D97-AF65-F5344CB8AC3E}">
        <p14:creationId xmlns:p14="http://schemas.microsoft.com/office/powerpoint/2010/main" val="359406248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5D0DACE-38E0-42D2-9336-2B707D34BC6D}" type="slidenum">
              <a:rPr kumimoji="0" lang="zh-CN" altLang="en-US" sz="1200" b="0" i="0" u="none" strike="noStrike" kern="1200" cap="none" spc="0" normalizeH="0" baseline="0" noProof="0" smtClean="0">
                <a:ln>
                  <a:noFill/>
                </a:ln>
                <a:solidFill>
                  <a:prstClr val="black"/>
                </a:solidFill>
                <a:effectLst/>
                <a:uLnTx/>
                <a:uFillTx/>
                <a:latin typeface="微软雅黑" panose="020B0503020204020204" charset="-122"/>
                <a:ea typeface="微软雅黑" panose="020B0503020204020204"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zh-CN" altLang="en-US" sz="1200" b="0" i="0" u="none" strike="noStrike" kern="1200" cap="none" spc="0" normalizeH="0" baseline="0" noProof="0">
              <a:ln>
                <a:noFill/>
              </a:ln>
              <a:solidFill>
                <a:prstClr val="black"/>
              </a:solidFill>
              <a:effectLst/>
              <a:uLnTx/>
              <a:uFillTx/>
              <a:latin typeface="微软雅黑" panose="020B0503020204020204" charset="-122"/>
              <a:ea typeface="微软雅黑" panose="020B0503020204020204" charset="-122"/>
              <a:cs typeface="+mn-cs"/>
            </a:endParaRPr>
          </a:p>
        </p:txBody>
      </p:sp>
    </p:spTree>
    <p:extLst>
      <p:ext uri="{BB962C8B-B14F-4D97-AF65-F5344CB8AC3E}">
        <p14:creationId xmlns:p14="http://schemas.microsoft.com/office/powerpoint/2010/main" val="260741964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5D0DACE-38E0-42D2-9336-2B707D34BC6D}" type="slidenum">
              <a:rPr kumimoji="0" lang="zh-CN" altLang="en-US" sz="1200" b="0" i="0" u="none" strike="noStrike" kern="1200" cap="none" spc="0" normalizeH="0" baseline="0" noProof="0" smtClean="0">
                <a:ln>
                  <a:noFill/>
                </a:ln>
                <a:solidFill>
                  <a:prstClr val="black"/>
                </a:solidFill>
                <a:effectLst/>
                <a:uLnTx/>
                <a:uFillTx/>
                <a:latin typeface="微软雅黑" panose="020B0503020204020204" charset="-122"/>
                <a:ea typeface="微软雅黑" panose="020B0503020204020204"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zh-CN" altLang="en-US" sz="1200" b="0" i="0" u="none" strike="noStrike" kern="1200" cap="none" spc="0" normalizeH="0" baseline="0" noProof="0">
              <a:ln>
                <a:noFill/>
              </a:ln>
              <a:solidFill>
                <a:prstClr val="black"/>
              </a:solidFill>
              <a:effectLst/>
              <a:uLnTx/>
              <a:uFillTx/>
              <a:latin typeface="微软雅黑" panose="020B0503020204020204" charset="-122"/>
              <a:ea typeface="微软雅黑" panose="020B0503020204020204" charset="-122"/>
              <a:cs typeface="+mn-cs"/>
            </a:endParaRPr>
          </a:p>
        </p:txBody>
      </p:sp>
    </p:spTree>
    <p:extLst>
      <p:ext uri="{BB962C8B-B14F-4D97-AF65-F5344CB8AC3E}">
        <p14:creationId xmlns:p14="http://schemas.microsoft.com/office/powerpoint/2010/main" val="661422128"/>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tags" Target="../tags/tag9.xml"/><Relationship Id="rId2" Type="http://schemas.openxmlformats.org/officeDocument/2006/relationships/tags" Target="../tags/tag8.xml"/><Relationship Id="rId1" Type="http://schemas.openxmlformats.org/officeDocument/2006/relationships/tags" Target="../tags/tag7.xml"/><Relationship Id="rId6" Type="http://schemas.openxmlformats.org/officeDocument/2006/relationships/slideMaster" Target="../slideMasters/slideMaster1.xml"/><Relationship Id="rId5" Type="http://schemas.openxmlformats.org/officeDocument/2006/relationships/tags" Target="../tags/tag11.xml"/><Relationship Id="rId4" Type="http://schemas.openxmlformats.org/officeDocument/2006/relationships/tags" Target="../tags/tag10.xml"/></Relationships>
</file>

<file path=ppt/slideLayouts/_rels/slideLayout2.xml.rels><?xml version="1.0" encoding="UTF-8" standalone="yes"?>
<Relationships xmlns="http://schemas.openxmlformats.org/package/2006/relationships"><Relationship Id="rId3" Type="http://schemas.openxmlformats.org/officeDocument/2006/relationships/tags" Target="../tags/tag14.xml"/><Relationship Id="rId2" Type="http://schemas.openxmlformats.org/officeDocument/2006/relationships/tags" Target="../tags/tag13.xml"/><Relationship Id="rId1" Type="http://schemas.openxmlformats.org/officeDocument/2006/relationships/tags" Target="../tags/tag12.xml"/><Relationship Id="rId6" Type="http://schemas.openxmlformats.org/officeDocument/2006/relationships/slideMaster" Target="../slideMasters/slideMaster1.xml"/><Relationship Id="rId5" Type="http://schemas.openxmlformats.org/officeDocument/2006/relationships/tags" Target="../tags/tag16.xml"/><Relationship Id="rId4" Type="http://schemas.openxmlformats.org/officeDocument/2006/relationships/tags" Target="../tags/tag15.xml"/></Relationships>
</file>

<file path=ppt/slideLayouts/_rels/slideLayout3.xml.rels><?xml version="1.0" encoding="UTF-8" standalone="yes"?>
<Relationships xmlns="http://schemas.openxmlformats.org/package/2006/relationships"><Relationship Id="rId3" Type="http://schemas.openxmlformats.org/officeDocument/2006/relationships/tags" Target="../tags/tag19.xml"/><Relationship Id="rId2" Type="http://schemas.openxmlformats.org/officeDocument/2006/relationships/tags" Target="../tags/tag18.xml"/><Relationship Id="rId1" Type="http://schemas.openxmlformats.org/officeDocument/2006/relationships/tags" Target="../tags/tag17.xml"/><Relationship Id="rId6" Type="http://schemas.openxmlformats.org/officeDocument/2006/relationships/slideMaster" Target="../slideMasters/slideMaster1.xml"/><Relationship Id="rId5" Type="http://schemas.openxmlformats.org/officeDocument/2006/relationships/tags" Target="../tags/tag21.xml"/><Relationship Id="rId4" Type="http://schemas.openxmlformats.org/officeDocument/2006/relationships/tags" Target="../tags/tag20.xml"/></Relationships>
</file>

<file path=ppt/slideLayouts/_rels/slideLayout4.xml.rels><?xml version="1.0" encoding="UTF-8" standalone="yes"?>
<Relationships xmlns="http://schemas.openxmlformats.org/package/2006/relationships"><Relationship Id="rId3" Type="http://schemas.openxmlformats.org/officeDocument/2006/relationships/tags" Target="../tags/tag24.xml"/><Relationship Id="rId7" Type="http://schemas.openxmlformats.org/officeDocument/2006/relationships/slideMaster" Target="../slideMasters/slideMaster1.xml"/><Relationship Id="rId2" Type="http://schemas.openxmlformats.org/officeDocument/2006/relationships/tags" Target="../tags/tag23.xml"/><Relationship Id="rId1" Type="http://schemas.openxmlformats.org/officeDocument/2006/relationships/tags" Target="../tags/tag22.xml"/><Relationship Id="rId6" Type="http://schemas.openxmlformats.org/officeDocument/2006/relationships/tags" Target="../tags/tag27.xml"/><Relationship Id="rId5" Type="http://schemas.openxmlformats.org/officeDocument/2006/relationships/tags" Target="../tags/tag26.xml"/><Relationship Id="rId4" Type="http://schemas.openxmlformats.org/officeDocument/2006/relationships/tags" Target="../tags/tag25.xml"/></Relationships>
</file>

<file path=ppt/slideLayouts/_rels/slideLayout5.xml.rels><?xml version="1.0" encoding="UTF-8" standalone="yes"?>
<Relationships xmlns="http://schemas.openxmlformats.org/package/2006/relationships"><Relationship Id="rId8" Type="http://schemas.openxmlformats.org/officeDocument/2006/relationships/tags" Target="../tags/tag35.xml"/><Relationship Id="rId3" Type="http://schemas.openxmlformats.org/officeDocument/2006/relationships/tags" Target="../tags/tag30.xml"/><Relationship Id="rId7" Type="http://schemas.openxmlformats.org/officeDocument/2006/relationships/tags" Target="../tags/tag34.xml"/><Relationship Id="rId2" Type="http://schemas.openxmlformats.org/officeDocument/2006/relationships/tags" Target="../tags/tag29.xml"/><Relationship Id="rId1" Type="http://schemas.openxmlformats.org/officeDocument/2006/relationships/tags" Target="../tags/tag28.xml"/><Relationship Id="rId6" Type="http://schemas.openxmlformats.org/officeDocument/2006/relationships/tags" Target="../tags/tag33.xml"/><Relationship Id="rId5" Type="http://schemas.openxmlformats.org/officeDocument/2006/relationships/tags" Target="../tags/tag32.xml"/><Relationship Id="rId4" Type="http://schemas.openxmlformats.org/officeDocument/2006/relationships/tags" Target="../tags/tag31.xml"/><Relationship Id="rId9"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tags" Target="../tags/tag38.xml"/><Relationship Id="rId2" Type="http://schemas.openxmlformats.org/officeDocument/2006/relationships/tags" Target="../tags/tag37.xml"/><Relationship Id="rId1" Type="http://schemas.openxmlformats.org/officeDocument/2006/relationships/tags" Target="../tags/tag36.xml"/><Relationship Id="rId5" Type="http://schemas.openxmlformats.org/officeDocument/2006/relationships/slideMaster" Target="../slideMasters/slideMaster1.xml"/><Relationship Id="rId4" Type="http://schemas.openxmlformats.org/officeDocument/2006/relationships/tags" Target="../tags/tag39.xml"/></Relationships>
</file>

<file path=ppt/slideLayouts/_rels/slideLayout7.xml.rels><?xml version="1.0" encoding="UTF-8" standalone="yes"?>
<Relationships xmlns="http://schemas.openxmlformats.org/package/2006/relationships"><Relationship Id="rId3" Type="http://schemas.openxmlformats.org/officeDocument/2006/relationships/tags" Target="../tags/tag42.xml"/><Relationship Id="rId2" Type="http://schemas.openxmlformats.org/officeDocument/2006/relationships/tags" Target="../tags/tag41.xml"/><Relationship Id="rId1" Type="http://schemas.openxmlformats.org/officeDocument/2006/relationships/tags" Target="../tags/tag40.xml"/><Relationship Id="rId4"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tags" Target="../tags/tag45.xml"/><Relationship Id="rId7" Type="http://schemas.openxmlformats.org/officeDocument/2006/relationships/slideMaster" Target="../slideMasters/slideMaster1.xml"/><Relationship Id="rId2" Type="http://schemas.openxmlformats.org/officeDocument/2006/relationships/tags" Target="../tags/tag44.xml"/><Relationship Id="rId1" Type="http://schemas.openxmlformats.org/officeDocument/2006/relationships/tags" Target="../tags/tag43.xml"/><Relationship Id="rId6" Type="http://schemas.openxmlformats.org/officeDocument/2006/relationships/tags" Target="../tags/tag48.xml"/><Relationship Id="rId5" Type="http://schemas.openxmlformats.org/officeDocument/2006/relationships/tags" Target="../tags/tag47.xml"/><Relationship Id="rId4" Type="http://schemas.openxmlformats.org/officeDocument/2006/relationships/tags" Target="../tags/tag46.xml"/></Relationships>
</file>

<file path=ppt/slideLayouts/_rels/slideLayout9.xml.rels><?xml version="1.0" encoding="UTF-8" standalone="yes"?>
<Relationships xmlns="http://schemas.openxmlformats.org/package/2006/relationships"><Relationship Id="rId3" Type="http://schemas.openxmlformats.org/officeDocument/2006/relationships/tags" Target="../tags/tag51.xml"/><Relationship Id="rId2" Type="http://schemas.openxmlformats.org/officeDocument/2006/relationships/tags" Target="../tags/tag50.xml"/><Relationship Id="rId1" Type="http://schemas.openxmlformats.org/officeDocument/2006/relationships/tags" Target="../tags/tag49.xml"/><Relationship Id="rId6" Type="http://schemas.openxmlformats.org/officeDocument/2006/relationships/slideMaster" Target="../slideMasters/slideMaster1.xml"/><Relationship Id="rId5" Type="http://schemas.openxmlformats.org/officeDocument/2006/relationships/tags" Target="../tags/tag53.xml"/><Relationship Id="rId4" Type="http://schemas.openxmlformats.org/officeDocument/2006/relationships/tags" Target="../tags/tag52.xml"/></Relationships>
</file>

<file path=ppt/slideLayouts/_rels/slideLayout10.xml.rels><?xml version="1.0" encoding="UTF-8" standalone="yes"?>
<Relationships xmlns="http://schemas.openxmlformats.org/package/2006/relationships"><Relationship Id="rId3" Type="http://schemas.openxmlformats.org/officeDocument/2006/relationships/tags" Target="../tags/tag56.xml"/><Relationship Id="rId2" Type="http://schemas.openxmlformats.org/officeDocument/2006/relationships/tags" Target="../tags/tag55.xml"/><Relationship Id="rId1" Type="http://schemas.openxmlformats.org/officeDocument/2006/relationships/tags" Target="../tags/tag54.xml"/><Relationship Id="rId5" Type="http://schemas.openxmlformats.org/officeDocument/2006/relationships/slideMaster" Target="../slideMasters/slideMaster1.xml"/><Relationship Id="rId4" Type="http://schemas.openxmlformats.org/officeDocument/2006/relationships/tags" Target="../tags/tag57.xml"/></Relationships>
</file>

<file path=ppt/slideLayouts/_rels/slideLayout11.xml.rels><?xml version="1.0" encoding="UTF-8" standalone="yes"?>
<Relationships xmlns="http://schemas.openxmlformats.org/package/2006/relationships"><Relationship Id="rId3" Type="http://schemas.openxmlformats.org/officeDocument/2006/relationships/tags" Target="../tags/tag60.xml"/><Relationship Id="rId2" Type="http://schemas.openxmlformats.org/officeDocument/2006/relationships/tags" Target="../tags/tag59.xml"/><Relationship Id="rId1" Type="http://schemas.openxmlformats.org/officeDocument/2006/relationships/tags" Target="../tags/tag58.xml"/><Relationship Id="rId5" Type="http://schemas.openxmlformats.org/officeDocument/2006/relationships/slideMaster" Target="../slideMasters/slideMaster1.xml"/><Relationship Id="rId4" Type="http://schemas.openxmlformats.org/officeDocument/2006/relationships/tags" Target="../tags/tag6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hasCustomPrompt="1"/>
            <p:custDataLst>
              <p:tags r:id="rId1"/>
            </p:custDataLst>
          </p:nvPr>
        </p:nvSpPr>
        <p:spPr>
          <a:xfrm>
            <a:off x="669883" y="2588283"/>
            <a:ext cx="10852237" cy="899167"/>
          </a:xfrm>
        </p:spPr>
        <p:txBody>
          <a:bodyPr lIns="101600" tIns="38100" rIns="25400" bIns="38100" anchor="t" anchorCtr="0">
            <a:noAutofit/>
          </a:bodyPr>
          <a:lstStyle>
            <a:lvl1pPr algn="ctr">
              <a:defRPr sz="5400" b="0" spc="600">
                <a:effectLst>
                  <a:outerShdw blurRad="38100" dist="38100" dir="2700000" algn="tl">
                    <a:srgbClr val="000000">
                      <a:alpha val="43137"/>
                    </a:srgbClr>
                  </a:outerShdw>
                </a:effectLst>
              </a:defRPr>
            </a:lvl1pPr>
          </a:lstStyle>
          <a:p>
            <a:r>
              <a:rPr lang="zh-CN" altLang="en-US" dirty="0"/>
              <a:t>单击此处编辑标题</a:t>
            </a:r>
          </a:p>
        </p:txBody>
      </p:sp>
      <p:sp>
        <p:nvSpPr>
          <p:cNvPr id="3" name="副标题 2"/>
          <p:cNvSpPr>
            <a:spLocks noGrp="1"/>
          </p:cNvSpPr>
          <p:nvPr>
            <p:ph type="subTitle" idx="1" hasCustomPrompt="1"/>
            <p:custDataLst>
              <p:tags r:id="rId2"/>
            </p:custDataLst>
          </p:nvPr>
        </p:nvSpPr>
        <p:spPr>
          <a:xfrm>
            <a:off x="669883" y="3566160"/>
            <a:ext cx="10852237" cy="950984"/>
          </a:xfrm>
        </p:spPr>
        <p:txBody>
          <a:bodyPr lIns="101600" tIns="38100" rIns="76200" bIns="38100">
            <a:noAutofit/>
          </a:bodyPr>
          <a:lstStyle>
            <a:lvl1pPr marL="0" indent="0" algn="ctr" eaLnBrk="1" fontAlgn="auto" latinLnBrk="0" hangingPunct="1">
              <a:lnSpc>
                <a:spcPct val="100000"/>
              </a:lnSpc>
              <a:buNone/>
              <a:defRPr sz="2400" u="none" strike="noStrike" kern="1200" cap="none" spc="200" normalizeH="0" baseline="0">
                <a:solidFill>
                  <a:schemeClr val="tx1"/>
                </a:solidFill>
                <a:uFillTx/>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zh-CN" altLang="en-US" dirty="0"/>
              <a:t>单击此处编辑副标题</a:t>
            </a:r>
          </a:p>
        </p:txBody>
      </p:sp>
      <p:sp>
        <p:nvSpPr>
          <p:cNvPr id="16" name="日期占位符 15"/>
          <p:cNvSpPr>
            <a:spLocks noGrp="1"/>
          </p:cNvSpPr>
          <p:nvPr>
            <p:ph type="dt" sz="half" idx="10"/>
            <p:custDataLst>
              <p:tags r:id="rId3"/>
            </p:custDataLst>
          </p:nvPr>
        </p:nvSpPr>
        <p:spPr/>
        <p:txBody>
          <a:bodyPr/>
          <a:lstStyle/>
          <a:p>
            <a:fld id="{760FBDFE-C587-4B4C-A407-44438C67B59E}" type="datetimeFigureOut">
              <a:rPr lang="zh-CN" altLang="en-US" smtClean="0"/>
              <a:t>2026/6/16</a:t>
            </a:fld>
            <a:endParaRPr lang="zh-CN" altLang="en-US"/>
          </a:p>
        </p:txBody>
      </p:sp>
      <p:sp>
        <p:nvSpPr>
          <p:cNvPr id="17" name="页脚占位符 16"/>
          <p:cNvSpPr>
            <a:spLocks noGrp="1"/>
          </p:cNvSpPr>
          <p:nvPr>
            <p:ph type="ftr" sz="quarter" idx="11"/>
            <p:custDataLst>
              <p:tags r:id="rId4"/>
            </p:custDataLst>
          </p:nvPr>
        </p:nvSpPr>
        <p:spPr/>
        <p:txBody>
          <a:bodyPr/>
          <a:lstStyle/>
          <a:p>
            <a:endParaRPr lang="zh-CN" altLang="en-US" dirty="0"/>
          </a:p>
        </p:txBody>
      </p:sp>
      <p:sp>
        <p:nvSpPr>
          <p:cNvPr id="18" name="灯片编号占位符 17"/>
          <p:cNvSpPr>
            <a:spLocks noGrp="1"/>
          </p:cNvSpPr>
          <p:nvPr>
            <p:ph type="sldNum" sz="quarter" idx="12"/>
            <p:custDataLst>
              <p:tags r:id="rId5"/>
            </p:custDataLst>
          </p:nvPr>
        </p:nvSpPr>
        <p:spPr/>
        <p:txBody>
          <a:bodyPr/>
          <a:lstStyle/>
          <a:p>
            <a:fld id="{49AE70B2-8BF9-45C0-BB95-33D1B9D3A854}" type="slidenum">
              <a:rPr lang="zh-CN" altLang="en-US" smtClean="0"/>
              <a:t>‹#›</a:t>
            </a:fld>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69883" y="432000"/>
            <a:ext cx="10852237" cy="648000"/>
          </a:xfrm>
        </p:spPr>
        <p:txBody>
          <a:bodyPr vert="horz" lIns="101600" tIns="38100" rIns="76200" bIns="38100" rtlCol="0" anchor="ctr" anchorCtr="0">
            <a:noAutofit/>
          </a:bodyPr>
          <a:lstStyle>
            <a:lvl1pPr marL="0" marR="0" algn="l" defTabSz="914377" rtl="0" eaLnBrk="1" fontAlgn="auto" latinLnBrk="0" hangingPunct="1">
              <a:lnSpc>
                <a:spcPct val="100000"/>
              </a:lnSpc>
              <a:buNone/>
              <a:defRPr kumimoji="0" lang="zh-CN" altLang="en-US" sz="2800" b="1" i="0" u="none" strike="noStrike" kern="1200" cap="none" spc="200" normalizeH="0" baseline="0" noProof="1" dirty="0">
                <a:solidFill>
                  <a:schemeClr val="tx1"/>
                </a:solidFill>
                <a:uFillTx/>
                <a:latin typeface="+mj-lt"/>
                <a:ea typeface="+mj-ea"/>
                <a:cs typeface="+mj-cs"/>
                <a:sym typeface="+mn-ea"/>
              </a:defRPr>
            </a:lvl1pPr>
          </a:lstStyle>
          <a:p>
            <a:pPr lvl="0"/>
            <a:r>
              <a:rPr dirty="0">
                <a:sym typeface="+mn-ea"/>
              </a:rPr>
              <a:t>单击此处编辑母版标题样式</a:t>
            </a:r>
          </a:p>
        </p:txBody>
      </p:sp>
      <p:sp>
        <p:nvSpPr>
          <p:cNvPr id="3" name="内容占位符 2"/>
          <p:cNvSpPr>
            <a:spLocks noGrp="1"/>
          </p:cNvSpPr>
          <p:nvPr>
            <p:ph idx="1"/>
            <p:custDataLst>
              <p:tags r:id="rId2"/>
            </p:custDataLst>
          </p:nvPr>
        </p:nvSpPr>
        <p:spPr>
          <a:xfrm>
            <a:off x="669883" y="1296000"/>
            <a:ext cx="10852237" cy="5041355"/>
          </a:xfrm>
        </p:spPr>
        <p:txBody>
          <a:bodyPr vert="horz" lIns="101600" tIns="0" rIns="82550" bIns="0" rtlCol="0">
            <a:noAutofit/>
          </a:bodyPr>
          <a:lstStyle>
            <a:lvl1pPr marL="228594" marR="0" lvl="0" indent="-228594" algn="l" defTabSz="914377"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1" normalizeH="0" baseline="0" noProof="1" dirty="0">
                <a:solidFill>
                  <a:schemeClr val="tx1">
                    <a:lumMod val="75000"/>
                    <a:lumOff val="25000"/>
                  </a:schemeClr>
                </a:solidFill>
                <a:uFillTx/>
                <a:latin typeface="+mn-lt"/>
                <a:ea typeface="+mn-ea"/>
                <a:cs typeface="+mn-cs"/>
                <a:sym typeface="+mn-ea"/>
              </a:defRPr>
            </a:lvl1pPr>
            <a:lvl2pPr marL="685783" marR="0" lvl="1" indent="-228594" algn="l" defTabSz="914377" rtl="0" eaLnBrk="1" fontAlgn="auto" latinLnBrk="0" hangingPunct="1">
              <a:lnSpc>
                <a:spcPct val="130000"/>
              </a:lnSpc>
              <a:spcBef>
                <a:spcPts val="0"/>
              </a:spcBef>
              <a:spcAft>
                <a:spcPts val="1000"/>
              </a:spcAft>
              <a:buFont typeface="Arial" panose="020B0604020202020204" pitchFamily="34" charset="0"/>
              <a:buChar char="•"/>
              <a:tabLst>
                <a:tab pos="1609685" algn="l"/>
              </a:tabLst>
              <a:defRPr kumimoji="0" lang="zh-CN" altLang="en-US" sz="1600" b="0" i="0" u="none" strike="noStrike" kern="1200" cap="none" spc="151" normalizeH="0" baseline="0" noProof="1" dirty="0">
                <a:solidFill>
                  <a:schemeClr val="tx1">
                    <a:lumMod val="75000"/>
                    <a:lumOff val="25000"/>
                  </a:schemeClr>
                </a:solidFill>
                <a:uFillTx/>
                <a:latin typeface="+mn-lt"/>
                <a:ea typeface="+mn-ea"/>
                <a:cs typeface="+mn-cs"/>
                <a:sym typeface="+mn-ea"/>
              </a:defRPr>
            </a:lvl2pPr>
            <a:lvl3pPr marL="1142971" marR="0" lvl="2" indent="-228594" algn="l" defTabSz="914377"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1" normalizeH="0" baseline="0" noProof="1" dirty="0">
                <a:solidFill>
                  <a:schemeClr val="tx1">
                    <a:lumMod val="75000"/>
                    <a:lumOff val="25000"/>
                  </a:schemeClr>
                </a:solidFill>
                <a:uFillTx/>
                <a:latin typeface="+mn-lt"/>
                <a:ea typeface="+mn-ea"/>
                <a:cs typeface="+mn-cs"/>
                <a:sym typeface="+mn-ea"/>
              </a:defRPr>
            </a:lvl3pPr>
            <a:lvl4pPr marL="1600160" marR="0" lvl="3" indent="-228594" algn="l" defTabSz="914377"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1" normalizeH="0" baseline="0" noProof="1" dirty="0">
                <a:solidFill>
                  <a:schemeClr val="tx1">
                    <a:lumMod val="75000"/>
                    <a:lumOff val="25000"/>
                  </a:schemeClr>
                </a:solidFill>
                <a:uFillTx/>
                <a:latin typeface="+mn-lt"/>
                <a:ea typeface="+mn-ea"/>
                <a:cs typeface="+mn-cs"/>
                <a:sym typeface="+mn-ea"/>
              </a:defRPr>
            </a:lvl4pPr>
            <a:lvl5pPr marL="2057349" marR="0" lvl="4" indent="-228594" algn="l" defTabSz="914377"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1" normalizeH="0" baseline="0" noProof="1" dirty="0">
                <a:solidFill>
                  <a:schemeClr val="tx1">
                    <a:lumMod val="75000"/>
                    <a:lumOff val="25000"/>
                  </a:schemeClr>
                </a:solidFill>
                <a:uFillTx/>
                <a:latin typeface="+mn-lt"/>
                <a:ea typeface="+mn-ea"/>
                <a:cs typeface="+mn-cs"/>
                <a:sym typeface="+mn-ea"/>
              </a:defRPr>
            </a:lvl5pPr>
          </a:lstStyle>
          <a:p>
            <a:pPr lvl="0"/>
            <a:r>
              <a:rPr dirty="0">
                <a:sym typeface="+mn-ea"/>
              </a:rPr>
              <a:t>单击此处编辑母版文本样式</a:t>
            </a:r>
          </a:p>
          <a:p>
            <a:pPr lvl="1"/>
            <a:r>
              <a:rPr dirty="0">
                <a:sym typeface="+mn-ea"/>
              </a:rPr>
              <a:t>第二级</a:t>
            </a:r>
          </a:p>
          <a:p>
            <a:pPr lvl="2"/>
            <a:r>
              <a:rPr dirty="0">
                <a:sym typeface="+mn-ea"/>
              </a:rPr>
              <a:t>第三级</a:t>
            </a:r>
          </a:p>
          <a:p>
            <a:pPr lvl="3"/>
            <a:r>
              <a:rPr dirty="0">
                <a:sym typeface="+mn-ea"/>
              </a:rPr>
              <a:t>第四级</a:t>
            </a:r>
          </a:p>
          <a:p>
            <a:pPr lvl="4"/>
            <a:r>
              <a:rPr dirty="0">
                <a:sym typeface="+mn-ea"/>
              </a:rPr>
              <a:t>第五级</a:t>
            </a:r>
          </a:p>
        </p:txBody>
      </p:sp>
      <p:sp>
        <p:nvSpPr>
          <p:cNvPr id="4" name="日期占位符 3"/>
          <p:cNvSpPr>
            <a:spLocks noGrp="1"/>
          </p:cNvSpPr>
          <p:nvPr>
            <p:ph type="dt" sz="half" idx="10"/>
            <p:custDataLst>
              <p:tags r:id="rId3"/>
            </p:custDataLst>
          </p:nvPr>
        </p:nvSpPr>
        <p:spPr/>
        <p:txBody>
          <a:bodyPr/>
          <a:lstStyle/>
          <a:p>
            <a:fld id="{760FBDFE-C587-4B4C-A407-44438C67B59E}" type="datetimeFigureOut">
              <a:rPr lang="zh-CN" altLang="en-US" smtClean="0"/>
              <a:t>2026/6/16</a:t>
            </a:fld>
            <a:endParaRPr lang="zh-CN" altLang="en-US"/>
          </a:p>
        </p:txBody>
      </p:sp>
      <p:sp>
        <p:nvSpPr>
          <p:cNvPr id="5" name="页脚占位符 4"/>
          <p:cNvSpPr>
            <a:spLocks noGrp="1"/>
          </p:cNvSpPr>
          <p:nvPr>
            <p:ph type="ftr" sz="quarter" idx="11"/>
            <p:custDataLst>
              <p:tags r:id="rId4"/>
            </p:custDataLst>
          </p:nvPr>
        </p:nvSpPr>
        <p:spPr/>
        <p:txBody>
          <a:bodyPr/>
          <a:lstStyle/>
          <a:p>
            <a:endParaRPr lang="zh-CN" altLang="en-US"/>
          </a:p>
        </p:txBody>
      </p:sp>
      <p:sp>
        <p:nvSpPr>
          <p:cNvPr id="6" name="灯片编号占位符 5"/>
          <p:cNvSpPr>
            <a:spLocks noGrp="1"/>
          </p:cNvSpPr>
          <p:nvPr>
            <p:ph type="sldNum" sz="quarter" idx="12"/>
            <p:custDataLst>
              <p:tags r:id="rId5"/>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69931" y="3808732"/>
            <a:ext cx="10852237" cy="624845"/>
          </a:xfrm>
        </p:spPr>
        <p:txBody>
          <a:bodyPr lIns="101600" tIns="38100" rIns="63500" bIns="38100" anchor="t" anchorCtr="0">
            <a:noAutofit/>
          </a:bodyPr>
          <a:lstStyle>
            <a:lvl1pPr>
              <a:defRPr sz="3600" b="0" u="none" strike="noStrike" kern="1200" cap="none" spc="300" normalizeH="0">
                <a:solidFill>
                  <a:schemeClr val="tx1"/>
                </a:solidFill>
                <a:effectLst>
                  <a:outerShdw blurRad="38100" dist="38100" dir="2700000" algn="tl">
                    <a:srgbClr val="000000">
                      <a:alpha val="43137"/>
                    </a:srgbClr>
                  </a:outerShdw>
                </a:effectLst>
                <a:uFillTx/>
              </a:defRPr>
            </a:lvl1pPr>
          </a:lstStyle>
          <a:p>
            <a:r>
              <a:rPr lang="zh-CN" altLang="en-US" dirty="0"/>
              <a:t>单击此处编辑母版标题样式</a:t>
            </a:r>
          </a:p>
        </p:txBody>
      </p:sp>
      <p:sp>
        <p:nvSpPr>
          <p:cNvPr id="3" name="文本占位符 2"/>
          <p:cNvSpPr>
            <a:spLocks noGrp="1"/>
          </p:cNvSpPr>
          <p:nvPr>
            <p:ph type="body" idx="1"/>
            <p:custDataLst>
              <p:tags r:id="rId2"/>
            </p:custDataLst>
          </p:nvPr>
        </p:nvSpPr>
        <p:spPr>
          <a:xfrm>
            <a:off x="669926" y="4511677"/>
            <a:ext cx="10852237" cy="1077985"/>
          </a:xfrm>
        </p:spPr>
        <p:txBody>
          <a:bodyPr lIns="101600" tIns="38100" rIns="76200" bIns="38100">
            <a:noAutofit/>
          </a:bodyPr>
          <a:lstStyle>
            <a:lvl1pPr marL="0" indent="0" eaLnBrk="1" fontAlgn="auto" latinLnBrk="0" hangingPunct="1">
              <a:buNone/>
              <a:defRPr kumimoji="0" lang="zh-CN" altLang="en-US" sz="1600" b="0" i="0" u="none" strike="noStrike" kern="1200" cap="none" spc="151" normalizeH="0" baseline="0" noProof="1">
                <a:solidFill>
                  <a:schemeClr val="tx1"/>
                </a:solidFill>
                <a:uFillTx/>
                <a:latin typeface="+mn-lt"/>
                <a:ea typeface="+mn-ea"/>
                <a:cs typeface="+mn-cs"/>
                <a:sym typeface="+mn-ea"/>
              </a:defRPr>
            </a:lvl1pPr>
            <a:lvl2pPr marL="457189" indent="0">
              <a:buNone/>
              <a:defRPr sz="2000">
                <a:solidFill>
                  <a:schemeClr val="tx1">
                    <a:tint val="75000"/>
                  </a:schemeClr>
                </a:solidFill>
              </a:defRPr>
            </a:lvl2pPr>
            <a:lvl3pPr marL="914377"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1"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zh-CN" altLang="en-US" dirty="0"/>
              <a:t>单击此处编辑母版文本样式</a:t>
            </a:r>
          </a:p>
        </p:txBody>
      </p:sp>
      <p:sp>
        <p:nvSpPr>
          <p:cNvPr id="4" name="日期占位符 3"/>
          <p:cNvSpPr>
            <a:spLocks noGrp="1"/>
          </p:cNvSpPr>
          <p:nvPr>
            <p:ph type="dt" sz="half" idx="10"/>
            <p:custDataLst>
              <p:tags r:id="rId3"/>
            </p:custDataLst>
          </p:nvPr>
        </p:nvSpPr>
        <p:spPr/>
        <p:txBody>
          <a:bodyPr/>
          <a:lstStyle/>
          <a:p>
            <a:fld id="{760FBDFE-C587-4B4C-A407-44438C67B59E}" type="datetimeFigureOut">
              <a:rPr lang="zh-CN" altLang="en-US" smtClean="0"/>
              <a:t>2026/6/16</a:t>
            </a:fld>
            <a:endParaRPr lang="zh-CN" altLang="en-US"/>
          </a:p>
        </p:txBody>
      </p:sp>
      <p:sp>
        <p:nvSpPr>
          <p:cNvPr id="5" name="页脚占位符 4"/>
          <p:cNvSpPr>
            <a:spLocks noGrp="1"/>
          </p:cNvSpPr>
          <p:nvPr>
            <p:ph type="ftr" sz="quarter" idx="11"/>
            <p:custDataLst>
              <p:tags r:id="rId4"/>
            </p:custDataLst>
          </p:nvPr>
        </p:nvSpPr>
        <p:spPr/>
        <p:txBody>
          <a:bodyPr/>
          <a:lstStyle/>
          <a:p>
            <a:endParaRPr lang="zh-CN" altLang="en-US"/>
          </a:p>
        </p:txBody>
      </p:sp>
      <p:sp>
        <p:nvSpPr>
          <p:cNvPr id="6" name="灯片编号占位符 5"/>
          <p:cNvSpPr>
            <a:spLocks noGrp="1"/>
          </p:cNvSpPr>
          <p:nvPr>
            <p:ph type="sldNum" sz="quarter" idx="12"/>
            <p:custDataLst>
              <p:tags r:id="rId5"/>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69883" y="432000"/>
            <a:ext cx="10852237" cy="648000"/>
          </a:xfrm>
        </p:spPr>
        <p:txBody>
          <a:bodyPr vert="horz" lIns="101600" tIns="38100" rIns="76200" bIns="38100" rtlCol="0" anchor="ctr" anchorCtr="0">
            <a:noAutofit/>
          </a:bodyPr>
          <a:lstStyle>
            <a:lvl1pPr marL="0" marR="0" lvl="0" algn="l" defTabSz="914377" rtl="0" eaLnBrk="1" fontAlgn="auto" latinLnBrk="0" hangingPunct="1">
              <a:lnSpc>
                <a:spcPct val="100000"/>
              </a:lnSpc>
              <a:buNone/>
              <a:defRPr kumimoji="0" lang="zh-CN" altLang="en-US" sz="2800" b="1" i="0" u="none" strike="noStrike" kern="1200" cap="none" spc="200" normalizeH="0" baseline="0" noProof="1" dirty="0">
                <a:solidFill>
                  <a:schemeClr val="tx1"/>
                </a:solidFill>
                <a:uFillTx/>
                <a:latin typeface="+mj-lt"/>
                <a:ea typeface="+mj-ea"/>
                <a:cs typeface="+mj-cs"/>
                <a:sym typeface="+mn-ea"/>
              </a:defRPr>
            </a:lvl1pPr>
          </a:lstStyle>
          <a:p>
            <a:pPr lvl="0"/>
            <a:r>
              <a:rPr dirty="0">
                <a:sym typeface="+mn-ea"/>
              </a:rPr>
              <a:t>单击此处编辑母版标题样式</a:t>
            </a:r>
          </a:p>
        </p:txBody>
      </p:sp>
      <p:sp>
        <p:nvSpPr>
          <p:cNvPr id="3" name="内容占位符 2"/>
          <p:cNvSpPr>
            <a:spLocks noGrp="1"/>
          </p:cNvSpPr>
          <p:nvPr>
            <p:ph sz="half" idx="1"/>
            <p:custDataLst>
              <p:tags r:id="rId2"/>
            </p:custDataLst>
          </p:nvPr>
        </p:nvSpPr>
        <p:spPr>
          <a:xfrm>
            <a:off x="669929" y="1296000"/>
            <a:ext cx="5283243" cy="5040000"/>
          </a:xfrm>
        </p:spPr>
        <p:txBody>
          <a:bodyPr vert="horz" lIns="101600" tIns="0" rIns="82550" bIns="0" rtlCol="0">
            <a:noAutofit/>
          </a:bodyPr>
          <a:lstStyle>
            <a:lvl1pPr marL="228594" marR="0" lvl="0" indent="-228594" algn="l" defTabSz="914377"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1" normalizeH="0" baseline="0" noProof="1" dirty="0">
                <a:solidFill>
                  <a:schemeClr val="tx1">
                    <a:lumMod val="75000"/>
                    <a:lumOff val="25000"/>
                  </a:schemeClr>
                </a:solidFill>
                <a:uFillTx/>
                <a:latin typeface="+mn-lt"/>
                <a:ea typeface="+mn-ea"/>
                <a:cs typeface="+mn-cs"/>
                <a:sym typeface="+mn-ea"/>
              </a:defRPr>
            </a:lvl1pPr>
            <a:lvl2pPr marL="685783" marR="0" lvl="1" indent="-228594" algn="l" defTabSz="914377" rtl="0" eaLnBrk="1" fontAlgn="auto" latinLnBrk="0" hangingPunct="1">
              <a:lnSpc>
                <a:spcPct val="130000"/>
              </a:lnSpc>
              <a:spcBef>
                <a:spcPts val="0"/>
              </a:spcBef>
              <a:spcAft>
                <a:spcPts val="1000"/>
              </a:spcAft>
              <a:buFont typeface="Arial" panose="020B0604020202020204" pitchFamily="34" charset="0"/>
              <a:buChar char="•"/>
              <a:tabLst>
                <a:tab pos="1609685" algn="l"/>
              </a:tabLst>
              <a:defRPr kumimoji="0" lang="zh-CN" altLang="en-US" sz="1600" b="0" i="0" u="none" strike="noStrike" kern="1200" cap="none" spc="151" normalizeH="0" baseline="0" noProof="1" dirty="0">
                <a:solidFill>
                  <a:schemeClr val="tx1">
                    <a:lumMod val="75000"/>
                    <a:lumOff val="25000"/>
                  </a:schemeClr>
                </a:solidFill>
                <a:uFillTx/>
                <a:latin typeface="+mn-lt"/>
                <a:ea typeface="+mn-ea"/>
                <a:cs typeface="+mn-cs"/>
                <a:sym typeface="+mn-ea"/>
              </a:defRPr>
            </a:lvl2pPr>
            <a:lvl3pPr marL="1142971" marR="0" lvl="2" indent="-228594" algn="l" defTabSz="914377"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1" normalizeH="0" baseline="0" noProof="1" dirty="0">
                <a:solidFill>
                  <a:schemeClr val="tx1">
                    <a:lumMod val="75000"/>
                    <a:lumOff val="25000"/>
                  </a:schemeClr>
                </a:solidFill>
                <a:uFillTx/>
                <a:latin typeface="+mn-lt"/>
                <a:ea typeface="+mn-ea"/>
                <a:cs typeface="+mn-cs"/>
                <a:sym typeface="+mn-ea"/>
              </a:defRPr>
            </a:lvl3pPr>
            <a:lvl4pPr marL="1600160" marR="0" lvl="3" indent="-228594" algn="l" defTabSz="914377"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1" normalizeH="0" baseline="0" noProof="1" dirty="0">
                <a:solidFill>
                  <a:schemeClr val="tx1">
                    <a:lumMod val="75000"/>
                    <a:lumOff val="25000"/>
                  </a:schemeClr>
                </a:solidFill>
                <a:uFillTx/>
                <a:latin typeface="+mn-lt"/>
                <a:ea typeface="+mn-ea"/>
                <a:cs typeface="+mn-cs"/>
                <a:sym typeface="+mn-ea"/>
              </a:defRPr>
            </a:lvl4pPr>
            <a:lvl5pPr marL="2057349" marR="0" lvl="4" indent="-228594" algn="l" defTabSz="914377"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1" normalizeH="0" baseline="0" noProof="1" dirty="0">
                <a:solidFill>
                  <a:schemeClr val="tx1">
                    <a:lumMod val="75000"/>
                    <a:lumOff val="25000"/>
                  </a:schemeClr>
                </a:solidFill>
                <a:uFillTx/>
                <a:latin typeface="+mn-lt"/>
                <a:ea typeface="+mn-ea"/>
                <a:cs typeface="+mn-cs"/>
                <a:sym typeface="+mn-ea"/>
              </a:defRPr>
            </a:lvl5pPr>
          </a:lstStyle>
          <a:p>
            <a:pPr lvl="0"/>
            <a:r>
              <a:rPr dirty="0">
                <a:sym typeface="+mn-ea"/>
              </a:rPr>
              <a:t>单击此处编辑母版文本样式</a:t>
            </a:r>
          </a:p>
          <a:p>
            <a:pPr lvl="1"/>
            <a:r>
              <a:rPr dirty="0">
                <a:sym typeface="+mn-ea"/>
              </a:rPr>
              <a:t>第二级</a:t>
            </a:r>
          </a:p>
          <a:p>
            <a:pPr lvl="2"/>
            <a:r>
              <a:rPr dirty="0">
                <a:sym typeface="+mn-ea"/>
              </a:rPr>
              <a:t>第三级</a:t>
            </a:r>
          </a:p>
          <a:p>
            <a:pPr lvl="3"/>
            <a:r>
              <a:rPr dirty="0">
                <a:sym typeface="+mn-ea"/>
              </a:rPr>
              <a:t>第四级</a:t>
            </a:r>
          </a:p>
          <a:p>
            <a:pPr lvl="4"/>
            <a:r>
              <a:rPr dirty="0">
                <a:sym typeface="+mn-ea"/>
              </a:rPr>
              <a:t>第五级</a:t>
            </a:r>
          </a:p>
        </p:txBody>
      </p:sp>
      <p:sp>
        <p:nvSpPr>
          <p:cNvPr id="4" name="内容占位符 3"/>
          <p:cNvSpPr>
            <a:spLocks noGrp="1"/>
          </p:cNvSpPr>
          <p:nvPr>
            <p:ph sz="half" idx="2"/>
            <p:custDataLst>
              <p:tags r:id="rId3"/>
            </p:custDataLst>
          </p:nvPr>
        </p:nvSpPr>
        <p:spPr>
          <a:xfrm>
            <a:off x="6238877" y="1296000"/>
            <a:ext cx="5283243" cy="5040000"/>
          </a:xfrm>
        </p:spPr>
        <p:txBody>
          <a:bodyPr>
            <a:noAutofit/>
          </a:bodyPr>
          <a:lstStyle>
            <a:lvl1pPr>
              <a:defRPr sz="1600">
                <a:solidFill>
                  <a:schemeClr val="tx1">
                    <a:lumMod val="75000"/>
                    <a:lumOff val="25000"/>
                  </a:schemeClr>
                </a:solidFill>
              </a:defRPr>
            </a:lvl1pPr>
            <a:lvl2pPr>
              <a:defRPr sz="1600">
                <a:solidFill>
                  <a:schemeClr val="tx1">
                    <a:lumMod val="75000"/>
                    <a:lumOff val="25000"/>
                  </a:schemeClr>
                </a:solidFill>
              </a:defRPr>
            </a:lvl2pPr>
            <a:lvl3pPr>
              <a:defRPr sz="1600">
                <a:solidFill>
                  <a:schemeClr val="tx1">
                    <a:lumMod val="75000"/>
                    <a:lumOff val="25000"/>
                  </a:schemeClr>
                </a:solidFill>
              </a:defRPr>
            </a:lvl3pPr>
            <a:lvl4pPr>
              <a:defRPr sz="1600">
                <a:solidFill>
                  <a:schemeClr val="tx1">
                    <a:lumMod val="75000"/>
                    <a:lumOff val="25000"/>
                  </a:schemeClr>
                </a:solidFill>
              </a:defRPr>
            </a:lvl4pPr>
            <a:lvl5pPr>
              <a:defRPr sz="1600">
                <a:solidFill>
                  <a:schemeClr val="tx1">
                    <a:lumMod val="75000"/>
                    <a:lumOff val="25000"/>
                  </a:schemeClr>
                </a:solidFill>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 name="日期占位符 4"/>
          <p:cNvSpPr>
            <a:spLocks noGrp="1"/>
          </p:cNvSpPr>
          <p:nvPr>
            <p:ph type="dt" sz="half" idx="10"/>
            <p:custDataLst>
              <p:tags r:id="rId4"/>
            </p:custDataLst>
          </p:nvPr>
        </p:nvSpPr>
        <p:spPr/>
        <p:txBody>
          <a:bodyPr/>
          <a:lstStyle/>
          <a:p>
            <a:fld id="{760FBDFE-C587-4B4C-A407-44438C67B59E}" type="datetimeFigureOut">
              <a:rPr lang="zh-CN" altLang="en-US" smtClean="0"/>
              <a:t>2026/6/16</a:t>
            </a:fld>
            <a:endParaRPr lang="zh-CN" altLang="en-US"/>
          </a:p>
        </p:txBody>
      </p:sp>
      <p:sp>
        <p:nvSpPr>
          <p:cNvPr id="6" name="页脚占位符 5"/>
          <p:cNvSpPr>
            <a:spLocks noGrp="1"/>
          </p:cNvSpPr>
          <p:nvPr>
            <p:ph type="ftr" sz="quarter" idx="11"/>
            <p:custDataLst>
              <p:tags r:id="rId5"/>
            </p:custDataLst>
          </p:nvPr>
        </p:nvSpPr>
        <p:spPr/>
        <p:txBody>
          <a:bodyPr/>
          <a:lstStyle/>
          <a:p>
            <a:endParaRPr lang="zh-CN" altLang="en-US"/>
          </a:p>
        </p:txBody>
      </p:sp>
      <p:sp>
        <p:nvSpPr>
          <p:cNvPr id="7" name="灯片编号占位符 6"/>
          <p:cNvSpPr>
            <a:spLocks noGrp="1"/>
          </p:cNvSpPr>
          <p:nvPr>
            <p:ph type="sldNum" sz="quarter" idx="12"/>
            <p:custDataLst>
              <p:tags r:id="rId6"/>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69883" y="432000"/>
            <a:ext cx="10852237" cy="648000"/>
          </a:xfrm>
        </p:spPr>
        <p:txBody>
          <a:bodyPr vert="horz" lIns="101600" tIns="38100" rIns="76200" bIns="38100" rtlCol="0" anchor="ctr" anchorCtr="0">
            <a:noAutofit/>
          </a:bodyPr>
          <a:lstStyle>
            <a:lvl1pPr marL="0" marR="0" lvl="0" algn="l" defTabSz="914377" rtl="0" eaLnBrk="1" fontAlgn="auto" latinLnBrk="0" hangingPunct="1">
              <a:lnSpc>
                <a:spcPct val="100000"/>
              </a:lnSpc>
              <a:buNone/>
              <a:defRPr kumimoji="0" lang="zh-CN" altLang="en-US" sz="2800" b="1" i="0" u="none" strike="noStrike" kern="1200" cap="none" spc="200" normalizeH="0" baseline="0" noProof="1" dirty="0">
                <a:solidFill>
                  <a:schemeClr val="tx1"/>
                </a:solidFill>
                <a:uFillTx/>
                <a:latin typeface="+mj-lt"/>
                <a:ea typeface="+mj-ea"/>
                <a:cs typeface="+mj-cs"/>
                <a:sym typeface="+mn-ea"/>
              </a:defRPr>
            </a:lvl1pPr>
          </a:lstStyle>
          <a:p>
            <a:pPr lvl="0"/>
            <a:r>
              <a:rPr dirty="0">
                <a:sym typeface="+mn-ea"/>
              </a:rPr>
              <a:t>单击此处编辑母版标题样式</a:t>
            </a:r>
          </a:p>
        </p:txBody>
      </p:sp>
      <p:sp>
        <p:nvSpPr>
          <p:cNvPr id="3" name="文本占位符 2"/>
          <p:cNvSpPr>
            <a:spLocks noGrp="1"/>
          </p:cNvSpPr>
          <p:nvPr>
            <p:ph type="body" idx="1" hasCustomPrompt="1"/>
            <p:custDataLst>
              <p:tags r:id="rId2"/>
            </p:custDataLst>
          </p:nvPr>
        </p:nvSpPr>
        <p:spPr>
          <a:xfrm>
            <a:off x="669929" y="1296002"/>
            <a:ext cx="5283243" cy="381003"/>
          </a:xfrm>
        </p:spPr>
        <p:txBody>
          <a:bodyPr lIns="101600" tIns="38100" rIns="76200" bIns="38100" anchor="t" anchorCtr="0">
            <a:noAutofit/>
          </a:bodyPr>
          <a:lstStyle>
            <a:lvl1pPr marL="0" indent="0" eaLnBrk="1" fontAlgn="auto" latinLnBrk="0" hangingPunct="1">
              <a:lnSpc>
                <a:spcPct val="100000"/>
              </a:lnSpc>
              <a:spcAft>
                <a:spcPts val="0"/>
              </a:spcAft>
              <a:buNone/>
              <a:defRPr sz="2000" b="1" u="none" strike="noStrike" kern="1200" cap="none" spc="200" normalizeH="0" baseline="0">
                <a:solidFill>
                  <a:schemeClr val="tx1"/>
                </a:solidFill>
                <a:uFillTx/>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zh-CN" altLang="en-US" dirty="0"/>
              <a:t>单击此处编辑文本</a:t>
            </a:r>
          </a:p>
        </p:txBody>
      </p:sp>
      <p:sp>
        <p:nvSpPr>
          <p:cNvPr id="4" name="内容占位符 3"/>
          <p:cNvSpPr>
            <a:spLocks noGrp="1"/>
          </p:cNvSpPr>
          <p:nvPr>
            <p:ph sz="half" idx="2"/>
            <p:custDataLst>
              <p:tags r:id="rId3"/>
            </p:custDataLst>
          </p:nvPr>
        </p:nvSpPr>
        <p:spPr>
          <a:xfrm>
            <a:off x="669925" y="1789043"/>
            <a:ext cx="5283200" cy="4552234"/>
          </a:xfrm>
        </p:spPr>
        <p:txBody>
          <a:bodyPr vert="horz" lIns="101600" tIns="0" rIns="82550" bIns="0" rtlCol="0">
            <a:noAutofit/>
          </a:bodyPr>
          <a:lstStyle>
            <a:lvl1pPr marL="228594" marR="0" lvl="0" indent="-228594" algn="l" defTabSz="914377"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1" normalizeH="0" baseline="0" noProof="1" dirty="0">
                <a:solidFill>
                  <a:schemeClr val="tx1">
                    <a:lumMod val="75000"/>
                    <a:lumOff val="25000"/>
                  </a:schemeClr>
                </a:solidFill>
                <a:uFillTx/>
                <a:latin typeface="+mn-lt"/>
                <a:ea typeface="+mn-ea"/>
                <a:cs typeface="+mn-cs"/>
                <a:sym typeface="+mn-ea"/>
              </a:defRPr>
            </a:lvl1pPr>
            <a:lvl2pPr marL="685783" marR="0" lvl="1" indent="-228594" algn="l" defTabSz="914377" rtl="0" eaLnBrk="1" fontAlgn="auto" latinLnBrk="0" hangingPunct="1">
              <a:lnSpc>
                <a:spcPct val="130000"/>
              </a:lnSpc>
              <a:spcBef>
                <a:spcPts val="0"/>
              </a:spcBef>
              <a:spcAft>
                <a:spcPts val="1000"/>
              </a:spcAft>
              <a:buFont typeface="Arial" panose="020B0604020202020204" pitchFamily="34" charset="0"/>
              <a:buChar char="•"/>
              <a:tabLst>
                <a:tab pos="1609685" algn="l"/>
              </a:tabLst>
              <a:defRPr kumimoji="0" lang="zh-CN" altLang="en-US" sz="1600" b="0" i="0" u="none" strike="noStrike" kern="1200" cap="none" spc="151" normalizeH="0" baseline="0" noProof="1" dirty="0">
                <a:solidFill>
                  <a:schemeClr val="tx1">
                    <a:lumMod val="75000"/>
                    <a:lumOff val="25000"/>
                  </a:schemeClr>
                </a:solidFill>
                <a:uFillTx/>
                <a:latin typeface="+mn-lt"/>
                <a:ea typeface="+mn-ea"/>
                <a:cs typeface="+mn-cs"/>
                <a:sym typeface="+mn-ea"/>
              </a:defRPr>
            </a:lvl2pPr>
            <a:lvl3pPr marL="1142971" marR="0" lvl="2" indent="-228594" algn="l" defTabSz="914377"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1" normalizeH="0" baseline="0" noProof="1" dirty="0">
                <a:solidFill>
                  <a:schemeClr val="tx1">
                    <a:lumMod val="75000"/>
                    <a:lumOff val="25000"/>
                  </a:schemeClr>
                </a:solidFill>
                <a:uFillTx/>
                <a:latin typeface="+mn-lt"/>
                <a:ea typeface="+mn-ea"/>
                <a:cs typeface="+mn-cs"/>
                <a:sym typeface="+mn-ea"/>
              </a:defRPr>
            </a:lvl3pPr>
            <a:lvl4pPr marL="1600160" marR="0" lvl="3" indent="-228594" algn="l" defTabSz="914377"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1" normalizeH="0" baseline="0" noProof="1" dirty="0">
                <a:solidFill>
                  <a:schemeClr val="tx1">
                    <a:lumMod val="75000"/>
                    <a:lumOff val="25000"/>
                  </a:schemeClr>
                </a:solidFill>
                <a:uFillTx/>
                <a:latin typeface="+mn-lt"/>
                <a:ea typeface="+mn-ea"/>
                <a:cs typeface="+mn-cs"/>
                <a:sym typeface="+mn-ea"/>
              </a:defRPr>
            </a:lvl4pPr>
            <a:lvl5pPr marL="2057349" marR="0" lvl="4" indent="-228594" algn="l" defTabSz="914377"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1" normalizeH="0" baseline="0" noProof="1" dirty="0">
                <a:solidFill>
                  <a:schemeClr val="tx1">
                    <a:lumMod val="75000"/>
                    <a:lumOff val="25000"/>
                  </a:schemeClr>
                </a:solidFill>
                <a:uFillTx/>
                <a:latin typeface="+mn-lt"/>
                <a:ea typeface="+mn-ea"/>
                <a:cs typeface="+mn-cs"/>
                <a:sym typeface="+mn-ea"/>
              </a:defRPr>
            </a:lvl5pPr>
          </a:lstStyle>
          <a:p>
            <a:pPr lvl="0"/>
            <a:r>
              <a:rPr dirty="0">
                <a:sym typeface="+mn-ea"/>
              </a:rPr>
              <a:t>单击此处编辑母版文本样式</a:t>
            </a:r>
          </a:p>
          <a:p>
            <a:pPr lvl="1"/>
            <a:r>
              <a:rPr dirty="0">
                <a:sym typeface="+mn-ea"/>
              </a:rPr>
              <a:t>第二级</a:t>
            </a:r>
          </a:p>
          <a:p>
            <a:pPr lvl="2"/>
            <a:r>
              <a:rPr dirty="0">
                <a:sym typeface="+mn-ea"/>
              </a:rPr>
              <a:t>第三级</a:t>
            </a:r>
          </a:p>
          <a:p>
            <a:pPr lvl="3"/>
            <a:r>
              <a:rPr dirty="0">
                <a:sym typeface="+mn-ea"/>
              </a:rPr>
              <a:t>第四级</a:t>
            </a:r>
          </a:p>
          <a:p>
            <a:pPr lvl="4"/>
            <a:r>
              <a:rPr dirty="0">
                <a:sym typeface="+mn-ea"/>
              </a:rPr>
              <a:t>第五级</a:t>
            </a:r>
          </a:p>
        </p:txBody>
      </p:sp>
      <p:sp>
        <p:nvSpPr>
          <p:cNvPr id="5" name="文本占位符 4"/>
          <p:cNvSpPr>
            <a:spLocks noGrp="1"/>
          </p:cNvSpPr>
          <p:nvPr>
            <p:ph type="body" sz="quarter" idx="3" hasCustomPrompt="1"/>
            <p:custDataLst>
              <p:tags r:id="rId4"/>
            </p:custDataLst>
          </p:nvPr>
        </p:nvSpPr>
        <p:spPr>
          <a:xfrm>
            <a:off x="6235749" y="1296002"/>
            <a:ext cx="5283243" cy="381003"/>
          </a:xfrm>
        </p:spPr>
        <p:txBody>
          <a:bodyPr vert="horz" lIns="101600" tIns="38100" rIns="76200" bIns="38100" rtlCol="0" anchor="t" anchorCtr="0">
            <a:noAutofit/>
          </a:bodyPr>
          <a:lstStyle>
            <a:lvl1pPr marL="0" marR="0" lvl="0" indent="0" algn="l" defTabSz="914377" rtl="0" eaLnBrk="1" fontAlgn="auto" latinLnBrk="0" hangingPunct="1">
              <a:lnSpc>
                <a:spcPct val="100000"/>
              </a:lnSpc>
              <a:spcBef>
                <a:spcPts val="0"/>
              </a:spcBef>
              <a:spcAft>
                <a:spcPts val="0"/>
              </a:spcAft>
              <a:buFont typeface="Arial" panose="020B0604020202020204" pitchFamily="34" charset="0"/>
              <a:buNone/>
              <a:defRPr kumimoji="0" lang="zh-CN" altLang="en-US" sz="2000" b="1" i="0" u="none" strike="noStrike" kern="1200" cap="none" spc="200" normalizeH="0" baseline="0" noProof="1" dirty="0">
                <a:solidFill>
                  <a:schemeClr val="tx1"/>
                </a:solidFill>
                <a:uFillTx/>
                <a:latin typeface="+mn-lt"/>
                <a:ea typeface="+mn-ea"/>
                <a:cs typeface="+mn-cs"/>
                <a:sym typeface="+mn-ea"/>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a:sym typeface="+mn-ea"/>
              </a:rPr>
              <a:t>单击此处编辑文本</a:t>
            </a:r>
          </a:p>
        </p:txBody>
      </p:sp>
      <p:sp>
        <p:nvSpPr>
          <p:cNvPr id="6" name="内容占位符 5"/>
          <p:cNvSpPr>
            <a:spLocks noGrp="1"/>
          </p:cNvSpPr>
          <p:nvPr>
            <p:ph sz="quarter" idx="4"/>
            <p:custDataLst>
              <p:tags r:id="rId5"/>
            </p:custDataLst>
          </p:nvPr>
        </p:nvSpPr>
        <p:spPr>
          <a:xfrm>
            <a:off x="6235749" y="1789043"/>
            <a:ext cx="5283243" cy="4552234"/>
          </a:xfrm>
        </p:spPr>
        <p:txBody>
          <a:bodyPr vert="horz" lIns="101600" tIns="0" rIns="82550" bIns="0" rtlCol="0">
            <a:noAutofit/>
          </a:bodyPr>
          <a:lstStyle>
            <a:lvl1pPr marL="228594" marR="0" lvl="0" indent="-228594" algn="l" defTabSz="914377"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1" normalizeH="0" baseline="0" noProof="1" dirty="0">
                <a:solidFill>
                  <a:schemeClr val="tx1">
                    <a:lumMod val="75000"/>
                    <a:lumOff val="25000"/>
                  </a:schemeClr>
                </a:solidFill>
                <a:uFillTx/>
                <a:latin typeface="+mn-lt"/>
                <a:ea typeface="+mn-ea"/>
                <a:cs typeface="+mn-cs"/>
                <a:sym typeface="+mn-ea"/>
              </a:defRPr>
            </a:lvl1pPr>
            <a:lvl2pPr marL="685783" marR="0" lvl="1" indent="-228594" algn="l" defTabSz="914377" rtl="0" eaLnBrk="1" fontAlgn="auto" latinLnBrk="0" hangingPunct="1">
              <a:lnSpc>
                <a:spcPct val="130000"/>
              </a:lnSpc>
              <a:spcBef>
                <a:spcPts val="0"/>
              </a:spcBef>
              <a:spcAft>
                <a:spcPts val="1000"/>
              </a:spcAft>
              <a:buFont typeface="Arial" panose="020B0604020202020204" pitchFamily="34" charset="0"/>
              <a:buChar char="•"/>
              <a:tabLst>
                <a:tab pos="1609685" algn="l"/>
              </a:tabLst>
              <a:defRPr kumimoji="0" lang="zh-CN" altLang="en-US" sz="1600" b="0" i="0" u="none" strike="noStrike" kern="1200" cap="none" spc="151" normalizeH="0" baseline="0" noProof="1" dirty="0">
                <a:solidFill>
                  <a:schemeClr val="tx1">
                    <a:lumMod val="75000"/>
                    <a:lumOff val="25000"/>
                  </a:schemeClr>
                </a:solidFill>
                <a:uFillTx/>
                <a:latin typeface="+mn-lt"/>
                <a:ea typeface="+mn-ea"/>
                <a:cs typeface="+mn-cs"/>
                <a:sym typeface="+mn-ea"/>
              </a:defRPr>
            </a:lvl2pPr>
            <a:lvl3pPr marL="1142971" marR="0" lvl="2" indent="-228594" algn="l" defTabSz="914377"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1" normalizeH="0" baseline="0" noProof="1" dirty="0">
                <a:solidFill>
                  <a:schemeClr val="tx1">
                    <a:lumMod val="75000"/>
                    <a:lumOff val="25000"/>
                  </a:schemeClr>
                </a:solidFill>
                <a:uFillTx/>
                <a:latin typeface="+mn-lt"/>
                <a:ea typeface="+mn-ea"/>
                <a:cs typeface="+mn-cs"/>
                <a:sym typeface="+mn-ea"/>
              </a:defRPr>
            </a:lvl3pPr>
            <a:lvl4pPr marL="1600160" marR="0" lvl="3" indent="-228594" algn="l" defTabSz="914377"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1" normalizeH="0" baseline="0" noProof="1" dirty="0">
                <a:solidFill>
                  <a:schemeClr val="tx1">
                    <a:lumMod val="75000"/>
                    <a:lumOff val="25000"/>
                  </a:schemeClr>
                </a:solidFill>
                <a:uFillTx/>
                <a:latin typeface="+mn-lt"/>
                <a:ea typeface="+mn-ea"/>
                <a:cs typeface="+mn-cs"/>
                <a:sym typeface="+mn-ea"/>
              </a:defRPr>
            </a:lvl4pPr>
            <a:lvl5pPr marL="2057349" marR="0" lvl="4" indent="-228594" algn="l" defTabSz="914377"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1" normalizeH="0" baseline="0" noProof="1" dirty="0">
                <a:solidFill>
                  <a:schemeClr val="tx1">
                    <a:lumMod val="75000"/>
                    <a:lumOff val="25000"/>
                  </a:schemeClr>
                </a:solidFill>
                <a:uFillTx/>
                <a:latin typeface="+mn-lt"/>
                <a:ea typeface="+mn-ea"/>
                <a:cs typeface="+mn-cs"/>
                <a:sym typeface="+mn-ea"/>
              </a:defRPr>
            </a:lvl5pPr>
          </a:lstStyle>
          <a:p>
            <a:pPr lvl="0"/>
            <a:r>
              <a:rPr dirty="0">
                <a:sym typeface="+mn-ea"/>
              </a:rPr>
              <a:t>单击此处编辑母版文本样式</a:t>
            </a:r>
          </a:p>
          <a:p>
            <a:pPr lvl="1"/>
            <a:r>
              <a:rPr dirty="0">
                <a:sym typeface="+mn-ea"/>
              </a:rPr>
              <a:t>第二级</a:t>
            </a:r>
          </a:p>
          <a:p>
            <a:pPr lvl="2"/>
            <a:r>
              <a:rPr dirty="0">
                <a:sym typeface="+mn-ea"/>
              </a:rPr>
              <a:t>第三级</a:t>
            </a:r>
          </a:p>
          <a:p>
            <a:pPr lvl="3"/>
            <a:r>
              <a:rPr dirty="0">
                <a:sym typeface="+mn-ea"/>
              </a:rPr>
              <a:t>第四级</a:t>
            </a:r>
          </a:p>
          <a:p>
            <a:pPr lvl="4"/>
            <a:r>
              <a:rPr dirty="0">
                <a:sym typeface="+mn-ea"/>
              </a:rPr>
              <a:t>第五级</a:t>
            </a:r>
          </a:p>
        </p:txBody>
      </p:sp>
      <p:sp>
        <p:nvSpPr>
          <p:cNvPr id="7" name="日期占位符 6"/>
          <p:cNvSpPr>
            <a:spLocks noGrp="1"/>
          </p:cNvSpPr>
          <p:nvPr>
            <p:ph type="dt" sz="half" idx="10"/>
            <p:custDataLst>
              <p:tags r:id="rId6"/>
            </p:custDataLst>
          </p:nvPr>
        </p:nvSpPr>
        <p:spPr/>
        <p:txBody>
          <a:bodyPr/>
          <a:lstStyle/>
          <a:p>
            <a:fld id="{760FBDFE-C587-4B4C-A407-44438C67B59E}" type="datetimeFigureOut">
              <a:rPr lang="zh-CN" altLang="en-US" smtClean="0"/>
              <a:t>2026/6/16</a:t>
            </a:fld>
            <a:endParaRPr lang="zh-CN" altLang="en-US"/>
          </a:p>
        </p:txBody>
      </p:sp>
      <p:sp>
        <p:nvSpPr>
          <p:cNvPr id="8" name="页脚占位符 7"/>
          <p:cNvSpPr>
            <a:spLocks noGrp="1"/>
          </p:cNvSpPr>
          <p:nvPr>
            <p:ph type="ftr" sz="quarter" idx="11"/>
            <p:custDataLst>
              <p:tags r:id="rId7"/>
            </p:custDataLst>
          </p:nvPr>
        </p:nvSpPr>
        <p:spPr/>
        <p:txBody>
          <a:bodyPr/>
          <a:lstStyle/>
          <a:p>
            <a:endParaRPr lang="zh-CN" altLang="en-US"/>
          </a:p>
        </p:txBody>
      </p:sp>
      <p:sp>
        <p:nvSpPr>
          <p:cNvPr id="9" name="灯片编号占位符 8"/>
          <p:cNvSpPr>
            <a:spLocks noGrp="1"/>
          </p:cNvSpPr>
          <p:nvPr>
            <p:ph type="sldNum" sz="quarter" idx="12"/>
            <p:custDataLst>
              <p:tags r:id="rId8"/>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p:txBody>
          <a:bodyPr vert="horz" lIns="101600" tIns="38100" rIns="76200" bIns="38100" rtlCol="0" anchor="ctr" anchorCtr="0">
            <a:noAutofit/>
          </a:bodyPr>
          <a:lstStyle>
            <a:lvl1pPr marL="0" marR="0" lvl="0" algn="l" defTabSz="914377" rtl="0" eaLnBrk="1" fontAlgn="auto" latinLnBrk="0" hangingPunct="1">
              <a:lnSpc>
                <a:spcPct val="100000"/>
              </a:lnSpc>
              <a:buNone/>
              <a:defRPr kumimoji="0" lang="zh-CN" altLang="en-US" sz="2800" b="1" i="0" u="none" strike="noStrike" kern="1200" cap="none" spc="200" normalizeH="0" baseline="0" noProof="1" dirty="0">
                <a:solidFill>
                  <a:schemeClr val="tx1"/>
                </a:solidFill>
                <a:uFillTx/>
                <a:latin typeface="+mj-lt"/>
                <a:ea typeface="+mj-ea"/>
                <a:cs typeface="+mj-cs"/>
                <a:sym typeface="+mn-ea"/>
              </a:defRPr>
            </a:lvl1pPr>
          </a:lstStyle>
          <a:p>
            <a:pPr lvl="0"/>
            <a:r>
              <a:rPr>
                <a:sym typeface="+mn-ea"/>
              </a:rPr>
              <a:t>单击此处编辑母版标题样式</a:t>
            </a:r>
          </a:p>
        </p:txBody>
      </p:sp>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t>2026/6/16</a:t>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1"/>
            </p:custDataLst>
          </p:nvPr>
        </p:nvSpPr>
        <p:spPr/>
        <p:txBody>
          <a:bodyPr/>
          <a:lstStyle/>
          <a:p>
            <a:fld id="{760FBDFE-C587-4B4C-A407-44438C67B59E}" type="datetimeFigureOut">
              <a:rPr lang="zh-CN" altLang="en-US" smtClean="0"/>
              <a:t>2026/6/16</a:t>
            </a:fld>
            <a:endParaRPr lang="zh-CN" altLang="en-US"/>
          </a:p>
        </p:txBody>
      </p:sp>
      <p:sp>
        <p:nvSpPr>
          <p:cNvPr id="3" name="页脚占位符 2"/>
          <p:cNvSpPr>
            <a:spLocks noGrp="1"/>
          </p:cNvSpPr>
          <p:nvPr>
            <p:ph type="ftr" sz="quarter" idx="11"/>
            <p:custDataLst>
              <p:tags r:id="rId2"/>
            </p:custDataLst>
          </p:nvPr>
        </p:nvSpPr>
        <p:spPr/>
        <p:txBody>
          <a:bodyPr/>
          <a:lstStyle/>
          <a:p>
            <a:endParaRPr lang="zh-CN" altLang="en-US"/>
          </a:p>
        </p:txBody>
      </p:sp>
      <p:sp>
        <p:nvSpPr>
          <p:cNvPr id="4" name="灯片编号占位符 3"/>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3" name="图片占位符 2"/>
          <p:cNvSpPr>
            <a:spLocks noGrp="1"/>
          </p:cNvSpPr>
          <p:nvPr>
            <p:ph type="pic" idx="1"/>
            <p:custDataLst>
              <p:tags r:id="rId1"/>
            </p:custDataLst>
          </p:nvPr>
        </p:nvSpPr>
        <p:spPr>
          <a:xfrm>
            <a:off x="669929" y="1296000"/>
            <a:ext cx="5283243" cy="5040000"/>
          </a:xfrm>
        </p:spPr>
        <p:txBody>
          <a:bodyPr vert="horz" lIns="101600" tIns="0" rIns="82550" bIns="0" rtlCol="0">
            <a:noAutofit/>
          </a:bodyPr>
          <a:lstStyle>
            <a:lvl1pPr marL="0" marR="0" lvl="0" indent="0" algn="l" defTabSz="914377" rtl="0" eaLnBrk="1" fontAlgn="auto" latinLnBrk="0" hangingPunct="1">
              <a:lnSpc>
                <a:spcPct val="130000"/>
              </a:lnSpc>
              <a:spcBef>
                <a:spcPts val="0"/>
              </a:spcBef>
              <a:spcAft>
                <a:spcPts val="1000"/>
              </a:spcAft>
              <a:buFont typeface="Arial" panose="020B0604020202020204" pitchFamily="34" charset="0"/>
              <a:buNone/>
              <a:defRPr kumimoji="0" lang="zh-CN" altLang="en-US" sz="1600" b="0" i="0" u="none" strike="noStrike" kern="1200" cap="none" spc="151" normalizeH="0" baseline="0" noProof="1" dirty="0">
                <a:solidFill>
                  <a:schemeClr val="tx1">
                    <a:lumMod val="75000"/>
                    <a:lumOff val="25000"/>
                  </a:schemeClr>
                </a:solidFill>
                <a:uFillTx/>
                <a:latin typeface="+mn-lt"/>
                <a:ea typeface="+mn-ea"/>
                <a:cs typeface="+mn-cs"/>
                <a:sym typeface="+mn-ea"/>
              </a:defRPr>
            </a:lvl1pPr>
            <a:lvl2pPr marL="685783" marR="0" lvl="1" indent="-228594" algn="l" defTabSz="914377" rtl="0" eaLnBrk="1" fontAlgn="auto" latinLnBrk="0" hangingPunct="1">
              <a:lnSpc>
                <a:spcPct val="130000"/>
              </a:lnSpc>
              <a:spcBef>
                <a:spcPts val="0"/>
              </a:spcBef>
              <a:spcAft>
                <a:spcPts val="1000"/>
              </a:spcAft>
              <a:buFont typeface="Arial" panose="020B0604020202020204" pitchFamily="34" charset="0"/>
              <a:buChar char="•"/>
              <a:tabLst>
                <a:tab pos="1609685" algn="l"/>
              </a:tabLst>
              <a:defRPr kumimoji="0" lang="zh-CN" altLang="en-US" sz="1600" b="0" i="0" u="none" strike="noStrike" kern="1200" cap="none" spc="151" normalizeH="0" baseline="0" noProof="1" dirty="0">
                <a:solidFill>
                  <a:schemeClr val="tx1"/>
                </a:solidFill>
                <a:uFillTx/>
                <a:latin typeface="+mn-lt"/>
                <a:ea typeface="+mn-ea"/>
                <a:cs typeface="+mn-cs"/>
                <a:sym typeface="+mn-ea"/>
              </a:defRPr>
            </a:lvl2pPr>
            <a:lvl3pPr marL="1142971" marR="0" lvl="2" indent="-228594" algn="l" defTabSz="914377"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1" normalizeH="0" baseline="0" noProof="1" dirty="0">
                <a:solidFill>
                  <a:schemeClr val="tx1"/>
                </a:solidFill>
                <a:uFillTx/>
                <a:latin typeface="+mn-lt"/>
                <a:ea typeface="+mn-ea"/>
                <a:cs typeface="+mn-cs"/>
                <a:sym typeface="+mn-ea"/>
              </a:defRPr>
            </a:lvl3pPr>
            <a:lvl4pPr marL="1600160" marR="0" lvl="3" indent="-228594" algn="l" defTabSz="914377"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1" normalizeH="0" baseline="0" noProof="1" dirty="0">
                <a:solidFill>
                  <a:schemeClr val="tx1"/>
                </a:solidFill>
                <a:uFillTx/>
                <a:latin typeface="+mn-lt"/>
                <a:ea typeface="+mn-ea"/>
                <a:cs typeface="+mn-cs"/>
                <a:sym typeface="+mn-ea"/>
              </a:defRPr>
            </a:lvl4pPr>
            <a:lvl5pPr marL="2057349" marR="0" lvl="4" indent="-228594" algn="l" defTabSz="914377"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1" normalizeH="0" baseline="0" noProof="1" dirty="0">
                <a:solidFill>
                  <a:schemeClr val="tx1"/>
                </a:solidFill>
                <a:uFillTx/>
                <a:latin typeface="+mn-lt"/>
                <a:ea typeface="+mn-ea"/>
                <a:cs typeface="+mn-cs"/>
                <a:sym typeface="+mn-ea"/>
              </a:defRPr>
            </a:lvl5pPr>
          </a:lstStyle>
          <a:p>
            <a:pPr lvl="0"/>
            <a:endParaRPr dirty="0">
              <a:sym typeface="+mn-ea"/>
            </a:endParaRPr>
          </a:p>
        </p:txBody>
      </p:sp>
      <p:sp>
        <p:nvSpPr>
          <p:cNvPr id="4" name="文本占位符 3"/>
          <p:cNvSpPr>
            <a:spLocks noGrp="1"/>
          </p:cNvSpPr>
          <p:nvPr>
            <p:ph type="body" sz="half" idx="2"/>
            <p:custDataLst>
              <p:tags r:id="rId2"/>
            </p:custDataLst>
          </p:nvPr>
        </p:nvSpPr>
        <p:spPr>
          <a:xfrm>
            <a:off x="6238925" y="1296000"/>
            <a:ext cx="5283243" cy="5040000"/>
          </a:xfrm>
        </p:spPr>
        <p:txBody>
          <a:bodyPr vert="horz" lIns="101600" tIns="0" rIns="82550" bIns="0" rtlCol="0">
            <a:normAutofit/>
          </a:bodyPr>
          <a:lstStyle>
            <a:lvl1pPr marL="228594" marR="0" lvl="0" indent="-228594" algn="l" defTabSz="914377"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1" normalizeH="0" baseline="0" noProof="1" dirty="0">
                <a:solidFill>
                  <a:schemeClr val="tx1">
                    <a:lumMod val="75000"/>
                    <a:lumOff val="25000"/>
                  </a:schemeClr>
                </a:solidFill>
                <a:uFillTx/>
                <a:latin typeface="+mn-lt"/>
                <a:ea typeface="+mn-ea"/>
                <a:cs typeface="+mn-cs"/>
                <a:sym typeface="+mn-ea"/>
              </a:defRPr>
            </a:lvl1pPr>
          </a:lstStyle>
          <a:p>
            <a:pPr lvl="0"/>
            <a:r>
              <a:rPr>
                <a:sym typeface="+mn-ea"/>
              </a:rPr>
              <a:t>单击此处编辑母版文本样式</a:t>
            </a:r>
          </a:p>
        </p:txBody>
      </p:sp>
      <p:sp>
        <p:nvSpPr>
          <p:cNvPr id="5" name="日期占位符 4"/>
          <p:cNvSpPr>
            <a:spLocks noGrp="1"/>
          </p:cNvSpPr>
          <p:nvPr>
            <p:ph type="dt" sz="half" idx="10"/>
            <p:custDataLst>
              <p:tags r:id="rId3"/>
            </p:custDataLst>
          </p:nvPr>
        </p:nvSpPr>
        <p:spPr/>
        <p:txBody>
          <a:bodyPr/>
          <a:lstStyle/>
          <a:p>
            <a:fld id="{9EFD9D74-47D9-4702-A33C-335B63B48DBF}" type="datetimeFigureOut">
              <a:rPr lang="zh-CN" altLang="en-US" smtClean="0"/>
              <a:t>2026/6/16</a:t>
            </a:fld>
            <a:endParaRPr lang="zh-CN" altLang="en-US" dirty="0"/>
          </a:p>
        </p:txBody>
      </p:sp>
      <p:sp>
        <p:nvSpPr>
          <p:cNvPr id="6" name="页脚占位符 5"/>
          <p:cNvSpPr>
            <a:spLocks noGrp="1"/>
          </p:cNvSpPr>
          <p:nvPr>
            <p:ph type="ftr" sz="quarter" idx="11"/>
            <p:custDataLst>
              <p:tags r:id="rId4"/>
            </p:custDataLst>
          </p:nvPr>
        </p:nvSpPr>
        <p:spPr/>
        <p:txBody>
          <a:bodyPr/>
          <a:lstStyle/>
          <a:p>
            <a:endParaRPr lang="zh-CN" altLang="en-US" dirty="0"/>
          </a:p>
        </p:txBody>
      </p:sp>
      <p:sp>
        <p:nvSpPr>
          <p:cNvPr id="7" name="灯片编号占位符 6"/>
          <p:cNvSpPr>
            <a:spLocks noGrp="1"/>
          </p:cNvSpPr>
          <p:nvPr>
            <p:ph type="sldNum" sz="quarter" idx="12"/>
            <p:custDataLst>
              <p:tags r:id="rId5"/>
            </p:custDataLst>
          </p:nvPr>
        </p:nvSpPr>
        <p:spPr/>
        <p:txBody>
          <a:bodyPr/>
          <a:lstStyle/>
          <a:p>
            <a:fld id="{FABC47A4-756D-490B-A52F-7D9E2C9FC05F}" type="slidenum">
              <a:rPr lang="zh-CN" altLang="en-US" smtClean="0"/>
              <a:t>‹#›</a:t>
            </a:fld>
            <a:endParaRPr lang="zh-CN" altLang="en-US"/>
          </a:p>
        </p:txBody>
      </p:sp>
      <p:sp>
        <p:nvSpPr>
          <p:cNvPr id="9" name="标题 8"/>
          <p:cNvSpPr>
            <a:spLocks noGrp="1"/>
          </p:cNvSpPr>
          <p:nvPr>
            <p:ph type="title"/>
            <p:custDataLst>
              <p:tags r:id="rId6"/>
            </p:custDataLst>
          </p:nvPr>
        </p:nvSpPr>
        <p:spPr/>
        <p:txBody>
          <a:bodyPr/>
          <a:lstStyle/>
          <a:p>
            <a:r>
              <a:rPr lang="zh-CN" altLang="en-US"/>
              <a:t>单击此处编辑母版标题样式</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custDataLst>
              <p:tags r:id="rId1"/>
            </p:custDataLst>
          </p:nvPr>
        </p:nvSpPr>
        <p:spPr>
          <a:xfrm>
            <a:off x="10571135" y="952510"/>
            <a:ext cx="950984" cy="5388907"/>
          </a:xfrm>
        </p:spPr>
        <p:txBody>
          <a:bodyPr vert="eaVert" lIns="101600" tIns="38100" rIns="76200" bIns="38100" rtlCol="0" anchor="ctr" anchorCtr="0">
            <a:noAutofit/>
          </a:bodyPr>
          <a:lstStyle>
            <a:lvl1pPr marL="0" marR="0" lvl="0" algn="l" defTabSz="914377" rtl="0" eaLnBrk="1" fontAlgn="auto" latinLnBrk="0" hangingPunct="1">
              <a:lnSpc>
                <a:spcPct val="100000"/>
              </a:lnSpc>
              <a:spcAft>
                <a:spcPts val="0"/>
              </a:spcAft>
              <a:buNone/>
              <a:defRPr kumimoji="0" lang="zh-CN" altLang="en-US" sz="2400" b="1" i="0" u="none" strike="noStrike" kern="1200" cap="none" spc="200" normalizeH="0" baseline="0" noProof="1" dirty="0">
                <a:solidFill>
                  <a:schemeClr val="tx1"/>
                </a:solidFill>
                <a:uFillTx/>
                <a:latin typeface="+mj-lt"/>
                <a:ea typeface="+mj-ea"/>
                <a:cs typeface="+mj-cs"/>
                <a:sym typeface="+mn-ea"/>
              </a:defRPr>
            </a:lvl1pPr>
          </a:lstStyle>
          <a:p>
            <a:pPr lvl="0"/>
            <a:r>
              <a:rPr>
                <a:sym typeface="+mn-ea"/>
              </a:rPr>
              <a:t>单击此处编辑母版标题样式</a:t>
            </a:r>
          </a:p>
        </p:txBody>
      </p:sp>
      <p:sp>
        <p:nvSpPr>
          <p:cNvPr id="3" name="竖排文字占位符 2"/>
          <p:cNvSpPr>
            <a:spLocks noGrp="1"/>
          </p:cNvSpPr>
          <p:nvPr>
            <p:ph type="body" orient="vert" idx="1"/>
            <p:custDataLst>
              <p:tags r:id="rId2"/>
            </p:custDataLst>
          </p:nvPr>
        </p:nvSpPr>
        <p:spPr>
          <a:xfrm>
            <a:off x="669926" y="952502"/>
            <a:ext cx="9828101" cy="5388907"/>
          </a:xfrm>
        </p:spPr>
        <p:txBody>
          <a:bodyPr vert="eaVert"/>
          <a:lstStyle>
            <a:lvl1pPr indent="0" eaLnBrk="1" fontAlgn="auto" latinLnBrk="0" hangingPunct="1">
              <a:defRPr>
                <a:solidFill>
                  <a:schemeClr val="tx1">
                    <a:lumMod val="75000"/>
                    <a:lumOff val="25000"/>
                  </a:schemeClr>
                </a:solidFill>
              </a:defRPr>
            </a:lvl1pPr>
            <a:lvl2pPr indent="0" eaLnBrk="1" fontAlgn="auto" latinLnBrk="0" hangingPunct="1">
              <a:defRPr>
                <a:solidFill>
                  <a:schemeClr val="tx1">
                    <a:lumMod val="75000"/>
                    <a:lumOff val="25000"/>
                  </a:schemeClr>
                </a:solidFill>
              </a:defRPr>
            </a:lvl2pPr>
            <a:lvl3pPr indent="0" eaLnBrk="1" fontAlgn="auto" latinLnBrk="0" hangingPunct="1">
              <a:defRPr>
                <a:solidFill>
                  <a:schemeClr val="tx1">
                    <a:lumMod val="75000"/>
                    <a:lumOff val="25000"/>
                  </a:schemeClr>
                </a:solidFill>
              </a:defRPr>
            </a:lvl3pPr>
            <a:lvl4pPr indent="0" eaLnBrk="1" fontAlgn="auto" latinLnBrk="0" hangingPunct="1">
              <a:defRPr>
                <a:solidFill>
                  <a:schemeClr val="tx1">
                    <a:lumMod val="75000"/>
                    <a:lumOff val="25000"/>
                  </a:schemeClr>
                </a:solidFill>
              </a:defRPr>
            </a:lvl4pPr>
            <a:lvl5pPr indent="0" eaLnBrk="1" fontAlgn="auto" latinLnBrk="0" hangingPunct="1">
              <a:defRPr>
                <a:solidFill>
                  <a:schemeClr val="tx1">
                    <a:lumMod val="75000"/>
                    <a:lumOff val="25000"/>
                  </a:schemeClr>
                </a:solidFill>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10"/>
            <p:custDataLst>
              <p:tags r:id="rId3"/>
            </p:custDataLst>
          </p:nvPr>
        </p:nvSpPr>
        <p:spPr/>
        <p:txBody>
          <a:bodyPr/>
          <a:lstStyle/>
          <a:p>
            <a:fld id="{760FBDFE-C587-4B4C-A407-44438C67B59E}" type="datetimeFigureOut">
              <a:rPr lang="zh-CN" altLang="en-US" smtClean="0"/>
              <a:t>2026/6/16</a:t>
            </a:fld>
            <a:endParaRPr lang="zh-CN" altLang="en-US"/>
          </a:p>
        </p:txBody>
      </p:sp>
      <p:sp>
        <p:nvSpPr>
          <p:cNvPr id="5" name="页脚占位符 4"/>
          <p:cNvSpPr>
            <a:spLocks noGrp="1"/>
          </p:cNvSpPr>
          <p:nvPr>
            <p:ph type="ftr" sz="quarter" idx="11"/>
            <p:custDataLst>
              <p:tags r:id="rId4"/>
            </p:custDataLst>
          </p:nvPr>
        </p:nvSpPr>
        <p:spPr/>
        <p:txBody>
          <a:bodyPr/>
          <a:lstStyle/>
          <a:p>
            <a:endParaRPr lang="zh-CN" altLang="en-US"/>
          </a:p>
        </p:txBody>
      </p:sp>
      <p:sp>
        <p:nvSpPr>
          <p:cNvPr id="6" name="灯片编号占位符 5"/>
          <p:cNvSpPr>
            <a:spLocks noGrp="1"/>
          </p:cNvSpPr>
          <p:nvPr>
            <p:ph type="sldNum" sz="quarter" idx="12"/>
            <p:custDataLst>
              <p:tags r:id="rId5"/>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1"/>
            </p:custDataLst>
          </p:nvPr>
        </p:nvSpPr>
        <p:spPr/>
        <p:txBody>
          <a:bodyPr/>
          <a:lstStyle/>
          <a:p>
            <a:fld id="{760FBDFE-C587-4B4C-A407-44438C67B59E}" type="datetimeFigureOut">
              <a:rPr lang="zh-CN" altLang="en-US" smtClean="0"/>
              <a:t>2026/6/16</a:t>
            </a:fld>
            <a:endParaRPr lang="zh-CN" altLang="en-US"/>
          </a:p>
        </p:txBody>
      </p:sp>
      <p:sp>
        <p:nvSpPr>
          <p:cNvPr id="4" name="页脚占位符 3"/>
          <p:cNvSpPr>
            <a:spLocks noGrp="1"/>
          </p:cNvSpPr>
          <p:nvPr>
            <p:ph type="ftr" sz="quarter" idx="11"/>
            <p:custDataLst>
              <p:tags r:id="rId2"/>
            </p:custDataLst>
          </p:nvPr>
        </p:nvSpPr>
        <p:spPr/>
        <p:txBody>
          <a:bodyPr/>
          <a:lstStyle/>
          <a:p>
            <a:endParaRPr lang="zh-CN" altLang="en-US"/>
          </a:p>
        </p:txBody>
      </p:sp>
      <p:sp>
        <p:nvSpPr>
          <p:cNvPr id="5" name="灯片编号占位符 4"/>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
        <p:nvSpPr>
          <p:cNvPr id="7" name="内容占位符 6"/>
          <p:cNvSpPr>
            <a:spLocks noGrp="1"/>
          </p:cNvSpPr>
          <p:nvPr>
            <p:ph sz="quarter" idx="13"/>
            <p:custDataLst>
              <p:tags r:id="rId4"/>
            </p:custDataLst>
          </p:nvPr>
        </p:nvSpPr>
        <p:spPr>
          <a:xfrm>
            <a:off x="669931" y="952508"/>
            <a:ext cx="10852237" cy="5040000"/>
          </a:xfrm>
        </p:spPr>
        <p:txBody>
          <a:bodyPr/>
          <a:lstStyle>
            <a:lvl1pPr>
              <a:defRPr>
                <a:solidFill>
                  <a:schemeClr val="tx1">
                    <a:lumMod val="75000"/>
                    <a:lumOff val="25000"/>
                  </a:schemeClr>
                </a:solidFill>
              </a:defRPr>
            </a:lvl1pPr>
            <a:lvl2pPr>
              <a:defRPr>
                <a:solidFill>
                  <a:schemeClr val="tx1">
                    <a:lumMod val="75000"/>
                    <a:lumOff val="25000"/>
                  </a:schemeClr>
                </a:solidFill>
              </a:defRPr>
            </a:lvl2pPr>
            <a:lvl3pPr>
              <a:defRPr>
                <a:solidFill>
                  <a:schemeClr val="tx1">
                    <a:lumMod val="75000"/>
                    <a:lumOff val="25000"/>
                  </a:schemeClr>
                </a:solidFill>
              </a:defRPr>
            </a:lvl3pPr>
            <a:lvl4pPr>
              <a:defRPr>
                <a:solidFill>
                  <a:schemeClr val="tx1">
                    <a:lumMod val="75000"/>
                    <a:lumOff val="25000"/>
                  </a:schemeClr>
                </a:solidFill>
              </a:defRPr>
            </a:lvl4pPr>
            <a:lvl5pPr>
              <a:defRPr>
                <a:solidFill>
                  <a:schemeClr val="tx1">
                    <a:lumMod val="75000"/>
                    <a:lumOff val="25000"/>
                  </a:schemeClr>
                </a:solidFill>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1"/>
            </p:custDataLst>
          </p:nvPr>
        </p:nvSpPr>
        <p:spPr/>
        <p:txBody>
          <a:bodyPr/>
          <a:lstStyle/>
          <a:p>
            <a:fld id="{760FBDFE-C587-4B4C-A407-44438C67B59E}" type="datetimeFigureOut">
              <a:rPr lang="zh-CN" altLang="en-US" smtClean="0"/>
              <a:t>2026/6/16</a:t>
            </a:fld>
            <a:endParaRPr lang="zh-CN" altLang="en-US"/>
          </a:p>
        </p:txBody>
      </p:sp>
      <p:sp>
        <p:nvSpPr>
          <p:cNvPr id="4" name="页脚占位符 3"/>
          <p:cNvSpPr>
            <a:spLocks noGrp="1"/>
          </p:cNvSpPr>
          <p:nvPr>
            <p:ph type="ftr" sz="quarter" idx="11"/>
            <p:custDataLst>
              <p:tags r:id="rId2"/>
            </p:custDataLst>
          </p:nvPr>
        </p:nvSpPr>
        <p:spPr/>
        <p:txBody>
          <a:bodyPr/>
          <a:lstStyle/>
          <a:p>
            <a:endParaRPr lang="zh-CN" altLang="en-US"/>
          </a:p>
        </p:txBody>
      </p:sp>
      <p:sp>
        <p:nvSpPr>
          <p:cNvPr id="5" name="灯片编号占位符 4"/>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
        <p:nvSpPr>
          <p:cNvPr id="2" name="标题 1"/>
          <p:cNvSpPr>
            <a:spLocks noGrp="1"/>
          </p:cNvSpPr>
          <p:nvPr>
            <p:ph type="title" hasCustomPrompt="1"/>
            <p:custDataLst>
              <p:tags r:id="rId4"/>
            </p:custDataLst>
          </p:nvPr>
        </p:nvSpPr>
        <p:spPr>
          <a:xfrm>
            <a:off x="669883" y="2588283"/>
            <a:ext cx="10852237" cy="899167"/>
          </a:xfrm>
        </p:spPr>
        <p:txBody>
          <a:bodyPr vert="horz" lIns="101600" tIns="38100" rIns="25400" bIns="38100" rtlCol="0" anchor="t" anchorCtr="0">
            <a:noAutofit/>
          </a:bodyPr>
          <a:lstStyle>
            <a:lvl1pPr marL="0" marR="0" algn="ctr" defTabSz="914377" rtl="0" eaLnBrk="1" fontAlgn="auto" latinLnBrk="0" hangingPunct="1">
              <a:lnSpc>
                <a:spcPct val="100000"/>
              </a:lnSpc>
              <a:buNone/>
              <a:defRPr kumimoji="0" lang="zh-CN" altLang="en-US" sz="5400" b="0" i="0" u="none" strike="noStrike" kern="1200" cap="none" spc="600" normalizeH="0" baseline="0" noProof="1" dirty="0">
                <a:solidFill>
                  <a:schemeClr val="tx1"/>
                </a:solidFill>
                <a:effectLst>
                  <a:outerShdw blurRad="38100" dist="38100" dir="2700000" algn="tl">
                    <a:srgbClr val="000000">
                      <a:alpha val="43137"/>
                    </a:srgbClr>
                  </a:outerShdw>
                </a:effectLst>
                <a:uFillTx/>
                <a:latin typeface="+mj-lt"/>
                <a:ea typeface="+mj-ea"/>
                <a:cs typeface="+mj-cs"/>
                <a:sym typeface="+mn-ea"/>
              </a:defRPr>
            </a:lvl1pPr>
          </a:lstStyle>
          <a:p>
            <a:pPr lvl="0"/>
            <a:r>
              <a:rPr>
                <a:sym typeface="+mn-ea"/>
              </a:rPr>
              <a:t>单击此处编辑标题</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7" name="矩形 6"/>
          <p:cNvSpPr/>
          <p:nvPr userDrawn="1"/>
        </p:nvSpPr>
        <p:spPr>
          <a:xfrm>
            <a:off x="0" y="6764763"/>
            <a:ext cx="12192000" cy="97358"/>
          </a:xfrm>
          <a:prstGeom prst="rect">
            <a:avLst/>
          </a:prstGeom>
          <a:solidFill>
            <a:srgbClr val="014924"/>
          </a:solidFill>
          <a:ln>
            <a:solidFill>
              <a:srgbClr val="01492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Tree>
    <p:extLst>
      <p:ext uri="{BB962C8B-B14F-4D97-AF65-F5344CB8AC3E}">
        <p14:creationId xmlns:p14="http://schemas.microsoft.com/office/powerpoint/2010/main" val="20530984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ags" Target="../tags/tag1.xml"/><Relationship Id="rId18" Type="http://schemas.openxmlformats.org/officeDocument/2006/relationships/tags" Target="../tags/tag6.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17" Type="http://schemas.openxmlformats.org/officeDocument/2006/relationships/tags" Target="../tags/tag5.xml"/><Relationship Id="rId2" Type="http://schemas.openxmlformats.org/officeDocument/2006/relationships/slideLayout" Target="../slideLayouts/slideLayout2.xml"/><Relationship Id="rId16" Type="http://schemas.openxmlformats.org/officeDocument/2006/relationships/tags" Target="../tags/tag4.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ags" Target="../tags/tag3.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ags" Target="../tags/tag2.xml"/></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rotWithShape="0">
          <a:gsLst>
            <a:gs pos="0">
              <a:srgbClr val="FFFFFF"/>
            </a:gs>
            <a:gs pos="100000">
              <a:srgbClr val="DCDCDC"/>
            </a:gs>
          </a:gsLst>
          <a:lin ang="5400000" scaled="0"/>
        </a:gradFill>
        <a:effectLst/>
      </p:bgPr>
    </p:bg>
    <p:spTree>
      <p:nvGrpSpPr>
        <p:cNvPr id="1" name=""/>
        <p:cNvGrpSpPr/>
        <p:nvPr/>
      </p:nvGrpSpPr>
      <p:grpSpPr>
        <a:xfrm>
          <a:off x="0" y="0"/>
          <a:ext cx="0" cy="0"/>
          <a:chOff x="0" y="0"/>
          <a:chExt cx="0" cy="0"/>
        </a:xfrm>
      </p:grpSpPr>
      <p:sp>
        <p:nvSpPr>
          <p:cNvPr id="2" name="标题占位符 1"/>
          <p:cNvSpPr>
            <a:spLocks noGrp="1"/>
          </p:cNvSpPr>
          <p:nvPr>
            <p:ph type="title"/>
            <p:custDataLst>
              <p:tags r:id="rId13"/>
            </p:custDataLst>
          </p:nvPr>
        </p:nvSpPr>
        <p:spPr>
          <a:xfrm>
            <a:off x="669883" y="432000"/>
            <a:ext cx="10852237" cy="648000"/>
          </a:xfrm>
          <a:prstGeom prst="rect">
            <a:avLst/>
          </a:prstGeom>
        </p:spPr>
        <p:txBody>
          <a:bodyPr vert="horz" lIns="101600" tIns="38100" rIns="76200" bIns="38100" rtlCol="0" anchor="ctr" anchorCtr="0">
            <a:noAutofit/>
          </a:bodyPr>
          <a:lstStyle/>
          <a:p>
            <a:r>
              <a:rPr lang="zh-CN" altLang="en-US" dirty="0"/>
              <a:t>单击此处编辑母版标题样式</a:t>
            </a:r>
          </a:p>
        </p:txBody>
      </p:sp>
      <p:sp>
        <p:nvSpPr>
          <p:cNvPr id="3" name="文本占位符 2"/>
          <p:cNvSpPr>
            <a:spLocks noGrp="1"/>
          </p:cNvSpPr>
          <p:nvPr>
            <p:ph type="body" idx="1"/>
            <p:custDataLst>
              <p:tags r:id="rId14"/>
            </p:custDataLst>
          </p:nvPr>
        </p:nvSpPr>
        <p:spPr>
          <a:xfrm>
            <a:off x="669883" y="1296000"/>
            <a:ext cx="10852237" cy="5040000"/>
          </a:xfrm>
          <a:prstGeom prst="rect">
            <a:avLst/>
          </a:prstGeom>
        </p:spPr>
        <p:txBody>
          <a:bodyPr vert="horz" lIns="101600" tIns="0" rIns="82550" bIns="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2"/>
            <p:custDataLst>
              <p:tags r:id="rId15"/>
            </p:custDataLst>
          </p:nvPr>
        </p:nvSpPr>
        <p:spPr>
          <a:xfrm>
            <a:off x="879743" y="6349833"/>
            <a:ext cx="2700000" cy="316800"/>
          </a:xfrm>
          <a:prstGeom prst="rect">
            <a:avLst/>
          </a:prstGeom>
        </p:spPr>
        <p:txBody>
          <a:bodyPr vert="horz" lIns="91440" tIns="45720" rIns="91440" bIns="45720" rtlCol="0" anchor="ctr">
            <a:normAutofit/>
          </a:bodyPr>
          <a:lstStyle>
            <a:lvl1pPr algn="l">
              <a:defRPr sz="1200">
                <a:solidFill>
                  <a:schemeClr val="tx1">
                    <a:tint val="75000"/>
                  </a:schemeClr>
                </a:solidFill>
              </a:defRPr>
            </a:lvl1pPr>
          </a:lstStyle>
          <a:p>
            <a:fld id="{760FBDFE-C587-4B4C-A407-44438C67B59E}" type="datetimeFigureOut">
              <a:rPr lang="zh-CN" altLang="en-US" smtClean="0"/>
              <a:t>2026/6/16</a:t>
            </a:fld>
            <a:endParaRPr lang="zh-CN" altLang="en-US"/>
          </a:p>
        </p:txBody>
      </p:sp>
      <p:sp>
        <p:nvSpPr>
          <p:cNvPr id="5" name="页脚占位符 4"/>
          <p:cNvSpPr>
            <a:spLocks noGrp="1"/>
          </p:cNvSpPr>
          <p:nvPr>
            <p:ph type="ftr" sz="quarter" idx="3"/>
            <p:custDataLst>
              <p:tags r:id="rId16"/>
            </p:custDataLst>
          </p:nvPr>
        </p:nvSpPr>
        <p:spPr>
          <a:xfrm>
            <a:off x="4116000" y="6349833"/>
            <a:ext cx="3960000" cy="316800"/>
          </a:xfrm>
          <a:prstGeom prst="rect">
            <a:avLst/>
          </a:prstGeom>
        </p:spPr>
        <p:txBody>
          <a:bodyPr vert="horz" lIns="91440" tIns="45720" rIns="91440" bIns="45720" rtlCol="0" anchor="ctr">
            <a:normAutofit/>
          </a:bodyPr>
          <a:lstStyle>
            <a:lvl1pPr algn="ctr">
              <a:defRPr sz="1200">
                <a:solidFill>
                  <a:schemeClr val="tx1">
                    <a:tint val="75000"/>
                  </a:schemeClr>
                </a:solidFill>
              </a:defRPr>
            </a:lvl1pPr>
          </a:lstStyle>
          <a:p>
            <a:endParaRPr lang="zh-CN" altLang="en-US" dirty="0"/>
          </a:p>
        </p:txBody>
      </p:sp>
      <p:sp>
        <p:nvSpPr>
          <p:cNvPr id="6" name="灯片编号占位符 5"/>
          <p:cNvSpPr>
            <a:spLocks noGrp="1"/>
          </p:cNvSpPr>
          <p:nvPr>
            <p:ph type="sldNum" sz="quarter" idx="4"/>
            <p:custDataLst>
              <p:tags r:id="rId17"/>
            </p:custDataLst>
          </p:nvPr>
        </p:nvSpPr>
        <p:spPr>
          <a:xfrm>
            <a:off x="8610600" y="6349833"/>
            <a:ext cx="2700000" cy="316800"/>
          </a:xfrm>
          <a:prstGeom prst="rect">
            <a:avLst/>
          </a:prstGeom>
        </p:spPr>
        <p:txBody>
          <a:bodyPr vert="horz" lIns="91440" tIns="45720" rIns="91440" bIns="45720" rtlCol="0" anchor="ctr">
            <a:normAutofit/>
          </a:bodyPr>
          <a:lstStyle>
            <a:lvl1pPr algn="r">
              <a:defRPr sz="1200">
                <a:solidFill>
                  <a:schemeClr val="tx1">
                    <a:tint val="75000"/>
                  </a:schemeClr>
                </a:solidFill>
              </a:defRPr>
            </a:lvl1pPr>
          </a:lstStyle>
          <a:p>
            <a:fld id="{49AE70B2-8BF9-45C0-BB95-33D1B9D3A854}" type="slidenum">
              <a:rPr lang="zh-CN" altLang="en-US" smtClean="0"/>
              <a:t>‹#›</a:t>
            </a:fld>
            <a:endParaRPr lang="zh-CN" altLang="en-US" dirty="0"/>
          </a:p>
        </p:txBody>
      </p:sp>
      <p:sp>
        <p:nvSpPr>
          <p:cNvPr id="7" name="KSO_TEMPLATE" hidden="1"/>
          <p:cNvSpPr/>
          <p:nvPr>
            <p:custDataLst>
              <p:tags r:id="rId18"/>
            </p:custDataLst>
          </p:nvPr>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377" rtl="0" eaLnBrk="1" fontAlgn="auto" latinLnBrk="0" hangingPunct="1">
        <a:lnSpc>
          <a:spcPct val="100000"/>
        </a:lnSpc>
        <a:spcBef>
          <a:spcPct val="0"/>
        </a:spcBef>
        <a:buNone/>
        <a:defRPr sz="2800" b="1" u="none" strike="noStrike" kern="1200" cap="none" spc="200" normalizeH="0">
          <a:solidFill>
            <a:schemeClr val="tx1"/>
          </a:solidFill>
          <a:uFillTx/>
          <a:latin typeface="+mj-lt"/>
          <a:ea typeface="+mj-ea"/>
          <a:cs typeface="+mj-cs"/>
        </a:defRPr>
      </a:lvl1pPr>
    </p:titleStyle>
    <p:bodyStyle>
      <a:lvl1pPr marL="228594" indent="-228594" algn="l" defTabSz="914377"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1" normalizeH="0" baseline="0">
          <a:solidFill>
            <a:schemeClr val="tx1"/>
          </a:solidFill>
          <a:uFillTx/>
          <a:latin typeface="+mn-lt"/>
          <a:ea typeface="+mn-ea"/>
          <a:cs typeface="+mn-cs"/>
        </a:defRPr>
      </a:lvl1pPr>
      <a:lvl2pPr marL="685783" indent="-228594" algn="l" defTabSz="914377" rtl="0" eaLnBrk="1" fontAlgn="auto" latinLnBrk="0" hangingPunct="1">
        <a:lnSpc>
          <a:spcPct val="130000"/>
        </a:lnSpc>
        <a:spcBef>
          <a:spcPts val="0"/>
        </a:spcBef>
        <a:spcAft>
          <a:spcPts val="1000"/>
        </a:spcAft>
        <a:buFont typeface="Arial" panose="020B0604020202020204" pitchFamily="34" charset="0"/>
        <a:buChar char="•"/>
        <a:tabLst>
          <a:tab pos="1609685" algn="l"/>
        </a:tabLst>
        <a:defRPr sz="1600" u="none" strike="noStrike" kern="1200" cap="none" spc="151" normalizeH="0" baseline="0">
          <a:solidFill>
            <a:schemeClr val="tx1"/>
          </a:solidFill>
          <a:uFillTx/>
          <a:latin typeface="+mn-lt"/>
          <a:ea typeface="+mn-ea"/>
          <a:cs typeface="+mn-cs"/>
        </a:defRPr>
      </a:lvl2pPr>
      <a:lvl3pPr marL="1142971" indent="-228594" algn="l" defTabSz="914377"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1" normalizeH="0" baseline="0">
          <a:solidFill>
            <a:schemeClr val="tx1"/>
          </a:solidFill>
          <a:uFillTx/>
          <a:latin typeface="+mn-lt"/>
          <a:ea typeface="+mn-ea"/>
          <a:cs typeface="+mn-cs"/>
        </a:defRPr>
      </a:lvl3pPr>
      <a:lvl4pPr marL="1600160" indent="-228594" algn="l" defTabSz="914377"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1" normalizeH="0" baseline="0">
          <a:solidFill>
            <a:schemeClr val="tx1"/>
          </a:solidFill>
          <a:uFillTx/>
          <a:latin typeface="+mn-lt"/>
          <a:ea typeface="+mn-ea"/>
          <a:cs typeface="+mn-cs"/>
        </a:defRPr>
      </a:lvl4pPr>
      <a:lvl5pPr marL="2057349" indent="-228594" algn="l" defTabSz="914377"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1" normalizeH="0" baseline="0">
          <a:solidFill>
            <a:schemeClr val="tx1"/>
          </a:solidFill>
          <a:uFillTx/>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object 2">
            <a:extLst>
              <a:ext uri="{FF2B5EF4-FFF2-40B4-BE49-F238E27FC236}">
                <a16:creationId xmlns:a16="http://schemas.microsoft.com/office/drawing/2014/main" id="{E90A8E44-74FD-D14A-950B-C1F14ACA87D5}"/>
              </a:ext>
            </a:extLst>
          </p:cNvPr>
          <p:cNvSpPr/>
          <p:nvPr userDrawn="1"/>
        </p:nvSpPr>
        <p:spPr>
          <a:xfrm>
            <a:off x="0" y="0"/>
            <a:ext cx="12192000" cy="1676400"/>
          </a:xfrm>
          <a:custGeom>
            <a:avLst/>
            <a:gdLst/>
            <a:ahLst/>
            <a:cxnLst/>
            <a:rect l="l" t="t" r="r" b="b"/>
            <a:pathLst>
              <a:path w="12192000" h="3275329">
                <a:moveTo>
                  <a:pt x="12192000" y="0"/>
                </a:moveTo>
                <a:lnTo>
                  <a:pt x="0" y="0"/>
                </a:lnTo>
                <a:lnTo>
                  <a:pt x="0" y="3275076"/>
                </a:lnTo>
                <a:lnTo>
                  <a:pt x="12192000" y="3275076"/>
                </a:lnTo>
                <a:lnTo>
                  <a:pt x="12192000" y="0"/>
                </a:lnTo>
                <a:close/>
              </a:path>
            </a:pathLst>
          </a:custGeom>
          <a:solidFill>
            <a:srgbClr val="014924">
              <a:alpha val="80000"/>
            </a:srgbClr>
          </a:solidFill>
        </p:spPr>
        <p:txBody>
          <a:bodyPr wrap="square" lIns="0" tIns="0" rIns="0" bIns="0" rtlCol="0"/>
          <a:lstStyle/>
          <a:p>
            <a:endParaRPr sz="1350" dirty="0"/>
          </a:p>
        </p:txBody>
      </p:sp>
      <p:pic>
        <p:nvPicPr>
          <p:cNvPr id="18" name="图片 17">
            <a:extLst>
              <a:ext uri="{FF2B5EF4-FFF2-40B4-BE49-F238E27FC236}">
                <a16:creationId xmlns:a16="http://schemas.microsoft.com/office/drawing/2014/main" id="{83902BFD-AAD7-BC4B-A930-15F7E4E9B914}"/>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96520" y="76200"/>
            <a:ext cx="3834856" cy="1314450"/>
          </a:xfrm>
          <a:prstGeom prst="rect">
            <a:avLst/>
          </a:prstGeom>
        </p:spPr>
      </p:pic>
    </p:spTree>
    <p:extLst>
      <p:ext uri="{BB962C8B-B14F-4D97-AF65-F5344CB8AC3E}">
        <p14:creationId xmlns:p14="http://schemas.microsoft.com/office/powerpoint/2010/main" val="470887035"/>
      </p:ext>
    </p:extLst>
  </p:cSld>
  <p:clrMap bg1="lt1" tx1="dk1" bg2="lt2" tx2="dk2" accent1="accent1" accent2="accent2" accent3="accent3" accent4="accent4" accent5="accent5" accent6="accent6" hlink="hlink" folHlink="folHlink"/>
  <p:sldLayoutIdLst>
    <p:sldLayoutId id="2147483663" r:id="rId1"/>
  </p:sldLayoutIdLst>
  <p:txStyles>
    <p:titleStyle>
      <a:lvl1pPr>
        <a:defRPr>
          <a:latin typeface="+mj-lt"/>
          <a:ea typeface="+mj-ea"/>
          <a:cs typeface="+mj-cs"/>
        </a:defRPr>
      </a:lvl1pPr>
    </p:titleStyle>
    <p:bodyStyle>
      <a:lvl1pPr marL="0">
        <a:defRPr>
          <a:latin typeface="+mn-lt"/>
          <a:ea typeface="+mn-ea"/>
          <a:cs typeface="+mn-cs"/>
        </a:defRPr>
      </a:lvl1pPr>
      <a:lvl2pPr marL="342900">
        <a:defRPr>
          <a:latin typeface="+mn-lt"/>
          <a:ea typeface="+mn-ea"/>
          <a:cs typeface="+mn-cs"/>
        </a:defRPr>
      </a:lvl2pPr>
      <a:lvl3pPr marL="685800">
        <a:defRPr>
          <a:latin typeface="+mn-lt"/>
          <a:ea typeface="+mn-ea"/>
          <a:cs typeface="+mn-cs"/>
        </a:defRPr>
      </a:lvl3pPr>
      <a:lvl4pPr marL="1028700">
        <a:defRPr>
          <a:latin typeface="+mn-lt"/>
          <a:ea typeface="+mn-ea"/>
          <a:cs typeface="+mn-cs"/>
        </a:defRPr>
      </a:lvl4pPr>
      <a:lvl5pPr marL="1371600">
        <a:defRPr>
          <a:latin typeface="+mn-lt"/>
          <a:ea typeface="+mn-ea"/>
          <a:cs typeface="+mn-cs"/>
        </a:defRPr>
      </a:lvl5pPr>
      <a:lvl6pPr marL="1714500">
        <a:defRPr>
          <a:latin typeface="+mn-lt"/>
          <a:ea typeface="+mn-ea"/>
          <a:cs typeface="+mn-cs"/>
        </a:defRPr>
      </a:lvl6pPr>
      <a:lvl7pPr marL="2057400">
        <a:defRPr>
          <a:latin typeface="+mn-lt"/>
          <a:ea typeface="+mn-ea"/>
          <a:cs typeface="+mn-cs"/>
        </a:defRPr>
      </a:lvl7pPr>
      <a:lvl8pPr marL="2400300">
        <a:defRPr>
          <a:latin typeface="+mn-lt"/>
          <a:ea typeface="+mn-ea"/>
          <a:cs typeface="+mn-cs"/>
        </a:defRPr>
      </a:lvl8pPr>
      <a:lvl9pPr marL="2743200">
        <a:defRPr>
          <a:latin typeface="+mn-lt"/>
          <a:ea typeface="+mn-ea"/>
          <a:cs typeface="+mn-cs"/>
        </a:defRPr>
      </a:lvl9pPr>
    </p:bodyStyle>
    <p:otherStyle>
      <a:lvl1pPr marL="0">
        <a:defRPr>
          <a:latin typeface="+mn-lt"/>
          <a:ea typeface="+mn-ea"/>
          <a:cs typeface="+mn-cs"/>
        </a:defRPr>
      </a:lvl1pPr>
      <a:lvl2pPr marL="342900">
        <a:defRPr>
          <a:latin typeface="+mn-lt"/>
          <a:ea typeface="+mn-ea"/>
          <a:cs typeface="+mn-cs"/>
        </a:defRPr>
      </a:lvl2pPr>
      <a:lvl3pPr marL="685800">
        <a:defRPr>
          <a:latin typeface="+mn-lt"/>
          <a:ea typeface="+mn-ea"/>
          <a:cs typeface="+mn-cs"/>
        </a:defRPr>
      </a:lvl3pPr>
      <a:lvl4pPr marL="1028700">
        <a:defRPr>
          <a:latin typeface="+mn-lt"/>
          <a:ea typeface="+mn-ea"/>
          <a:cs typeface="+mn-cs"/>
        </a:defRPr>
      </a:lvl4pPr>
      <a:lvl5pPr marL="1371600">
        <a:defRPr>
          <a:latin typeface="+mn-lt"/>
          <a:ea typeface="+mn-ea"/>
          <a:cs typeface="+mn-cs"/>
        </a:defRPr>
      </a:lvl5pPr>
      <a:lvl6pPr marL="1714500">
        <a:defRPr>
          <a:latin typeface="+mn-lt"/>
          <a:ea typeface="+mn-ea"/>
          <a:cs typeface="+mn-cs"/>
        </a:defRPr>
      </a:lvl6pPr>
      <a:lvl7pPr marL="2057400">
        <a:defRPr>
          <a:latin typeface="+mn-lt"/>
          <a:ea typeface="+mn-ea"/>
          <a:cs typeface="+mn-cs"/>
        </a:defRPr>
      </a:lvl7pPr>
      <a:lvl8pPr marL="2400300">
        <a:defRPr>
          <a:latin typeface="+mn-lt"/>
          <a:ea typeface="+mn-ea"/>
          <a:cs typeface="+mn-cs"/>
        </a:defRPr>
      </a:lvl8pPr>
      <a:lvl9pPr marL="27432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xml"/><Relationship Id="rId1" Type="http://schemas.openxmlformats.org/officeDocument/2006/relationships/tags" Target="../tags/tag62.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xml"/><Relationship Id="rId1" Type="http://schemas.openxmlformats.org/officeDocument/2006/relationships/tags" Target="../tags/tag63.xml"/></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1.xml"/><Relationship Id="rId7" Type="http://schemas.openxmlformats.org/officeDocument/2006/relationships/image" Target="../media/image3.wmf"/><Relationship Id="rId2" Type="http://schemas.openxmlformats.org/officeDocument/2006/relationships/tags" Target="../tags/tag64.xml"/><Relationship Id="rId1" Type="http://schemas.openxmlformats.org/officeDocument/2006/relationships/vmlDrawing" Target="../drawings/vmlDrawing1.vml"/><Relationship Id="rId6" Type="http://schemas.openxmlformats.org/officeDocument/2006/relationships/oleObject" Target="../embeddings/oleObject1.bin"/><Relationship Id="rId5" Type="http://schemas.openxmlformats.org/officeDocument/2006/relationships/image" Target="../media/image4.pn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xml"/><Relationship Id="rId1" Type="http://schemas.openxmlformats.org/officeDocument/2006/relationships/tags" Target="../tags/tag65.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xml"/><Relationship Id="rId1" Type="http://schemas.openxmlformats.org/officeDocument/2006/relationships/tags" Target="../tags/tag66.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xml"/><Relationship Id="rId1" Type="http://schemas.openxmlformats.org/officeDocument/2006/relationships/tags" Target="../tags/tag67.xml"/><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68.xml"/><Relationship Id="rId1" Type="http://schemas.openxmlformats.org/officeDocument/2006/relationships/vmlDrawing" Target="../drawings/vmlDrawing2.vml"/><Relationship Id="rId6" Type="http://schemas.openxmlformats.org/officeDocument/2006/relationships/image" Target="../media/image5.wmf"/><Relationship Id="rId5" Type="http://schemas.openxmlformats.org/officeDocument/2006/relationships/oleObject" Target="../embeddings/oleObject2.bin"/><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xml"/><Relationship Id="rId1" Type="http://schemas.openxmlformats.org/officeDocument/2006/relationships/tags" Target="../tags/tag69.xml"/><Relationship Id="rId5" Type="http://schemas.openxmlformats.org/officeDocument/2006/relationships/image" Target="../media/image8.png"/><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xml"/><Relationship Id="rId1" Type="http://schemas.openxmlformats.org/officeDocument/2006/relationships/tags" Target="../tags/tag70.xml"/><Relationship Id="rId4" Type="http://schemas.openxmlformats.org/officeDocument/2006/relationships/image" Target="../media/image7.png"/></Relationships>
</file>

<file path=ppt/slides/_rels/slide11.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notesSlide" Target="../notesSlides/notesSlide11.xml"/><Relationship Id="rId7" Type="http://schemas.openxmlformats.org/officeDocument/2006/relationships/image" Target="../media/image12.png"/><Relationship Id="rId2" Type="http://schemas.openxmlformats.org/officeDocument/2006/relationships/slideLayout" Target="../slideLayouts/slideLayout1.xml"/><Relationship Id="rId1" Type="http://schemas.openxmlformats.org/officeDocument/2006/relationships/tags" Target="../tags/tag71.xml"/><Relationship Id="rId6" Type="http://schemas.openxmlformats.org/officeDocument/2006/relationships/image" Target="../media/image11.png"/><Relationship Id="rId11" Type="http://schemas.openxmlformats.org/officeDocument/2006/relationships/image" Target="../media/image16.png"/><Relationship Id="rId5" Type="http://schemas.openxmlformats.org/officeDocument/2006/relationships/image" Target="../media/image10.png"/><Relationship Id="rId10" Type="http://schemas.openxmlformats.org/officeDocument/2006/relationships/image" Target="../media/image15.png"/><Relationship Id="rId4" Type="http://schemas.openxmlformats.org/officeDocument/2006/relationships/image" Target="../media/image9.png"/><Relationship Id="rId9" Type="http://schemas.openxmlformats.org/officeDocument/2006/relationships/image" Target="../media/image14.pn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1.xml"/><Relationship Id="rId1" Type="http://schemas.openxmlformats.org/officeDocument/2006/relationships/tags" Target="../tags/tag7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object 6">
            <a:extLst>
              <a:ext uri="{FF2B5EF4-FFF2-40B4-BE49-F238E27FC236}">
                <a16:creationId xmlns:a16="http://schemas.microsoft.com/office/drawing/2014/main" id="{E5D00B79-2EDE-D140-B05B-D8639972C9BC}"/>
              </a:ext>
            </a:extLst>
          </p:cNvPr>
          <p:cNvSpPr txBox="1"/>
          <p:nvPr/>
        </p:nvSpPr>
        <p:spPr>
          <a:xfrm>
            <a:off x="4794400" y="4948345"/>
            <a:ext cx="2792553" cy="868956"/>
          </a:xfrm>
          <a:prstGeom prst="rect">
            <a:avLst/>
          </a:prstGeom>
        </p:spPr>
        <p:txBody>
          <a:bodyPr vert="horz" wrap="square" lIns="0" tIns="0" rIns="0" bIns="0" rtlCol="0">
            <a:spAutoFit/>
          </a:bodyPr>
          <a:lstStyle/>
          <a:p>
            <a:pPr marL="12700" algn="ctr">
              <a:lnSpc>
                <a:spcPct val="150000"/>
              </a:lnSpc>
            </a:pPr>
            <a:r>
              <a:rPr lang="zh-CN" altLang="en-US" sz="2000" b="1" dirty="0">
                <a:solidFill>
                  <a:prstClr val="black">
                    <a:lumMod val="95000"/>
                    <a:lumOff val="5000"/>
                  </a:prstClr>
                </a:solidFill>
                <a:latin typeface="微软雅黑" panose="020B0503020204020204" pitchFamily="34" charset="-122"/>
                <a:ea typeface="微软雅黑" panose="020B0503020204020204" pitchFamily="34" charset="-122"/>
                <a:cs typeface="Arial Unicode MS"/>
              </a:rPr>
              <a:t>遥感科学与技术学院</a:t>
            </a:r>
            <a:endParaRPr lang="en-US" altLang="zh-CN" sz="2000" b="1" dirty="0">
              <a:solidFill>
                <a:prstClr val="black">
                  <a:lumMod val="95000"/>
                  <a:lumOff val="5000"/>
                </a:prstClr>
              </a:solidFill>
              <a:latin typeface="微软雅黑" panose="020B0503020204020204" pitchFamily="34" charset="-122"/>
              <a:ea typeface="微软雅黑" panose="020B0503020204020204" pitchFamily="34" charset="-122"/>
              <a:cs typeface="Arial Unicode MS"/>
            </a:endParaRPr>
          </a:p>
          <a:p>
            <a:pPr marL="12700" algn="ctr">
              <a:lnSpc>
                <a:spcPct val="150000"/>
              </a:lnSpc>
            </a:pPr>
            <a:fld id="{E62A2187-E3AC-49E5-A09B-C575DD9FF7FF}" type="datetime2">
              <a:rPr lang="zh-CN" altLang="en-US" sz="2000" b="1" spc="-95" smtClean="0">
                <a:solidFill>
                  <a:prstClr val="black">
                    <a:lumMod val="95000"/>
                    <a:lumOff val="5000"/>
                  </a:prstClr>
                </a:solidFill>
                <a:latin typeface="微软雅黑" panose="020B0503020204020204" pitchFamily="34" charset="-122"/>
                <a:ea typeface="微软雅黑" panose="020B0503020204020204" pitchFamily="34" charset="-122"/>
                <a:cs typeface="Arial Unicode MS"/>
              </a:rPr>
              <a:t>2026年6月16日</a:t>
            </a:fld>
            <a:endParaRPr lang="zh-CN" altLang="en-US" sz="2000" b="1" dirty="0">
              <a:solidFill>
                <a:prstClr val="black">
                  <a:lumMod val="95000"/>
                  <a:lumOff val="5000"/>
                </a:prstClr>
              </a:solidFill>
              <a:latin typeface="微软雅黑" panose="020B0503020204020204" pitchFamily="34" charset="-122"/>
              <a:ea typeface="微软雅黑" panose="020B0503020204020204" pitchFamily="34" charset="-122"/>
              <a:cs typeface="Arial Unicode MS"/>
            </a:endParaRPr>
          </a:p>
        </p:txBody>
      </p:sp>
      <p:sp>
        <p:nvSpPr>
          <p:cNvPr id="5" name="文本框 4">
            <a:extLst>
              <a:ext uri="{FF2B5EF4-FFF2-40B4-BE49-F238E27FC236}">
                <a16:creationId xmlns:a16="http://schemas.microsoft.com/office/drawing/2014/main" id="{440ECFC8-0DB0-4325-A7EE-2B31E6C8CDCE}"/>
              </a:ext>
            </a:extLst>
          </p:cNvPr>
          <p:cNvSpPr txBox="1"/>
          <p:nvPr/>
        </p:nvSpPr>
        <p:spPr>
          <a:xfrm>
            <a:off x="1290955" y="2618196"/>
            <a:ext cx="9460230" cy="1200329"/>
          </a:xfrm>
          <a:prstGeom prst="rect">
            <a:avLst/>
          </a:prstGeom>
          <a:noFill/>
        </p:spPr>
        <p:txBody>
          <a:bodyPr wrap="square" rtlCol="0">
            <a:spAutoFit/>
            <a:scene3d>
              <a:camera prst="orthographicFront"/>
              <a:lightRig rig="threePt" dir="t"/>
            </a:scene3d>
          </a:bodyPr>
          <a:lstStyle/>
          <a:p>
            <a:pPr algn="ctr"/>
            <a:r>
              <a:rPr lang="zh-CN" altLang="en-US" sz="3600" b="1" dirty="0">
                <a:solidFill>
                  <a:prstClr val="black"/>
                </a:solidFill>
                <a:effectLst>
                  <a:outerShdw blurRad="38100" dist="19050" dir="2700000" algn="tl" rotWithShape="0">
                    <a:prstClr val="black">
                      <a:alpha val="40000"/>
                    </a:prstClr>
                  </a:outerShdw>
                </a:effectLst>
                <a:latin typeface="微软雅黑" panose="020B0503020204020204" pitchFamily="34" charset="-122"/>
                <a:ea typeface="微软雅黑" panose="020B0503020204020204" pitchFamily="34" charset="-122"/>
              </a:rPr>
              <a:t>实验五：农作物干旱遥感监测</a:t>
            </a:r>
            <a:endParaRPr lang="en-US" altLang="zh-CN" sz="3600" b="1" dirty="0">
              <a:solidFill>
                <a:prstClr val="black"/>
              </a:solidFill>
              <a:effectLst>
                <a:outerShdw blurRad="38100" dist="19050" dir="2700000" algn="tl" rotWithShape="0">
                  <a:prstClr val="black">
                    <a:alpha val="40000"/>
                  </a:prstClr>
                </a:outerShdw>
              </a:effectLst>
              <a:latin typeface="微软雅黑" panose="020B0503020204020204" pitchFamily="34" charset="-122"/>
              <a:ea typeface="微软雅黑" panose="020B0503020204020204" pitchFamily="34" charset="-122"/>
            </a:endParaRPr>
          </a:p>
          <a:p>
            <a:pPr algn="ctr"/>
            <a:endParaRPr lang="zh-CN" altLang="zh-CN" sz="3600" b="1" dirty="0">
              <a:solidFill>
                <a:prstClr val="black"/>
              </a:solidFill>
              <a:effectLst>
                <a:outerShdw blurRad="38100" dist="19050" dir="2700000" algn="tl" rotWithShape="0">
                  <a:prstClr val="black">
                    <a:alpha val="40000"/>
                  </a:prstClr>
                </a:outerShdw>
              </a:effectLst>
              <a:latin typeface="微软雅黑" panose="020B0503020204020204" pitchFamily="34" charset="-122"/>
              <a:ea typeface="微软雅黑" panose="020B0503020204020204" pitchFamily="34" charset="-122"/>
            </a:endParaRPr>
          </a:p>
        </p:txBody>
      </p:sp>
      <p:sp>
        <p:nvSpPr>
          <p:cNvPr id="13" name="矩形 12">
            <a:extLst>
              <a:ext uri="{FF2B5EF4-FFF2-40B4-BE49-F238E27FC236}">
                <a16:creationId xmlns:a16="http://schemas.microsoft.com/office/drawing/2014/main" id="{F52876A7-AAFB-4AC2-98B6-B5A9699EB9EB}"/>
              </a:ext>
            </a:extLst>
          </p:cNvPr>
          <p:cNvSpPr/>
          <p:nvPr/>
        </p:nvSpPr>
        <p:spPr>
          <a:xfrm>
            <a:off x="0" y="6749143"/>
            <a:ext cx="12192000" cy="116751"/>
          </a:xfrm>
          <a:prstGeom prst="rect">
            <a:avLst/>
          </a:prstGeom>
          <a:solidFill>
            <a:srgbClr val="357555"/>
          </a:solidFill>
          <a:ln>
            <a:solidFill>
              <a:srgbClr val="357555"/>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solidFill>
                <a:prstClr val="white"/>
              </a:solidFill>
              <a:latin typeface="Calibri"/>
              <a:ea typeface="宋体" panose="02010600030101010101" pitchFamily="2" charset="-122"/>
            </a:endParaRPr>
          </a:p>
        </p:txBody>
      </p:sp>
      <p:pic>
        <p:nvPicPr>
          <p:cNvPr id="2" name="图片 1">
            <a:extLst>
              <a:ext uri="{FF2B5EF4-FFF2-40B4-BE49-F238E27FC236}">
                <a16:creationId xmlns:a16="http://schemas.microsoft.com/office/drawing/2014/main" id="{9F373A74-6008-4F21-975F-B6CC8CE19BC2}"/>
              </a:ext>
            </a:extLst>
          </p:cNvPr>
          <p:cNvPicPr>
            <a:picLocks noChangeAspect="1"/>
          </p:cNvPicPr>
          <p:nvPr/>
        </p:nvPicPr>
        <p:blipFill rotWithShape="1">
          <a:blip r:embed="rId3"/>
          <a:srcRect t="8610"/>
          <a:stretch/>
        </p:blipFill>
        <p:spPr>
          <a:xfrm>
            <a:off x="174171" y="0"/>
            <a:ext cx="3933372" cy="1668178"/>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656592" y="775971"/>
            <a:ext cx="10939145" cy="76200"/>
          </a:xfrm>
          <a:prstGeom prst="rect">
            <a:avLst/>
          </a:prstGeom>
          <a:solidFill>
            <a:srgbClr val="03532A">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Arial"/>
              <a:ea typeface="微软雅黑"/>
              <a:cs typeface="+mn-cs"/>
            </a:endParaRPr>
          </a:p>
        </p:txBody>
      </p:sp>
      <p:sp>
        <p:nvSpPr>
          <p:cNvPr id="10" name="文本框 9">
            <a:extLst>
              <a:ext uri="{FF2B5EF4-FFF2-40B4-BE49-F238E27FC236}">
                <a16:creationId xmlns:a16="http://schemas.microsoft.com/office/drawing/2014/main" id="{B2DA5A1B-D080-4437-819D-1C789EE80ECD}"/>
              </a:ext>
            </a:extLst>
          </p:cNvPr>
          <p:cNvSpPr txBox="1"/>
          <p:nvPr/>
        </p:nvSpPr>
        <p:spPr>
          <a:xfrm>
            <a:off x="656592" y="270860"/>
            <a:ext cx="11770175"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8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农作物干旱监测</a:t>
            </a:r>
          </a:p>
        </p:txBody>
      </p:sp>
      <p:sp>
        <p:nvSpPr>
          <p:cNvPr id="3" name="文本框 2">
            <a:extLst>
              <a:ext uri="{FF2B5EF4-FFF2-40B4-BE49-F238E27FC236}">
                <a16:creationId xmlns:a16="http://schemas.microsoft.com/office/drawing/2014/main" id="{8AC771D8-7F19-4D01-A719-0259B63868F7}"/>
              </a:ext>
            </a:extLst>
          </p:cNvPr>
          <p:cNvSpPr txBox="1"/>
          <p:nvPr/>
        </p:nvSpPr>
        <p:spPr>
          <a:xfrm>
            <a:off x="656592" y="1466364"/>
            <a:ext cx="10540660" cy="4094582"/>
          </a:xfrm>
          <a:prstGeom prst="rect">
            <a:avLst/>
          </a:prstGeom>
          <a:noFill/>
        </p:spPr>
        <p:txBody>
          <a:bodyPr wrap="square" rtlCol="0">
            <a:spAutoFit/>
          </a:bodyPr>
          <a:lstStyle/>
          <a:p>
            <a:pPr indent="457200">
              <a:lnSpc>
                <a:spcPct val="150000"/>
              </a:lnSpc>
            </a:pPr>
            <a:r>
              <a:rPr lang="zh-CN" altLang="en-US" sz="2200" dirty="0"/>
              <a:t>干旱是由水分收支或供求不平衡所形成的水分亏缺现象。国际上通常将干旱分为四类，分别是</a:t>
            </a:r>
            <a:r>
              <a:rPr lang="zh-CN" altLang="en-US" sz="2200" dirty="0">
                <a:solidFill>
                  <a:srgbClr val="FF0000"/>
                </a:solidFill>
              </a:rPr>
              <a:t>气象干旱、农业干旱、水文干旱和经济气象干旱</a:t>
            </a:r>
            <a:r>
              <a:rPr lang="zh-CN" altLang="en-US" sz="2200" dirty="0"/>
              <a:t>，其中农业生态系统受干旱的影响最为直接和严重。</a:t>
            </a:r>
            <a:endParaRPr lang="en-US" altLang="zh-CN" sz="2200" dirty="0"/>
          </a:p>
          <a:p>
            <a:pPr indent="457200">
              <a:lnSpc>
                <a:spcPct val="150000"/>
              </a:lnSpc>
            </a:pPr>
            <a:r>
              <a:rPr lang="zh-CN" altLang="en-US" sz="2200" dirty="0"/>
              <a:t>以气象站点观测数据为基础的干旱指数精度较高，并且可以通过空间插值技术由点扩展到面，得到大范围的干旱分布状况，但其精度受到插值技术和站点分布的影响，在站点分布稀疏区域，难以准确获取农作物的干旱情况。与气象站点相比，遥感具有大范围实时监测的特点，基于遥感数据的干旱指数能够在大尺度范围较准确地反映农作物干旱状况。</a:t>
            </a:r>
            <a:endParaRPr lang="en-US" altLang="zh-CN" sz="2200" dirty="0"/>
          </a:p>
        </p:txBody>
      </p:sp>
    </p:spTree>
    <p:custDataLst>
      <p:tags r:id="rId1"/>
    </p:custDataLst>
    <p:extLst>
      <p:ext uri="{BB962C8B-B14F-4D97-AF65-F5344CB8AC3E}">
        <p14:creationId xmlns:p14="http://schemas.microsoft.com/office/powerpoint/2010/main" val="388116161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矩形 3"/>
          <p:cNvSpPr/>
          <p:nvPr/>
        </p:nvSpPr>
        <p:spPr>
          <a:xfrm>
            <a:off x="656592" y="775971"/>
            <a:ext cx="10939145" cy="76200"/>
          </a:xfrm>
          <a:prstGeom prst="rect">
            <a:avLst/>
          </a:prstGeom>
          <a:solidFill>
            <a:srgbClr val="03532A">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Arial"/>
              <a:ea typeface="微软雅黑"/>
              <a:cs typeface="+mn-cs"/>
            </a:endParaRPr>
          </a:p>
        </p:txBody>
      </p:sp>
      <p:sp>
        <p:nvSpPr>
          <p:cNvPr id="10" name="文本框 9">
            <a:extLst>
              <a:ext uri="{FF2B5EF4-FFF2-40B4-BE49-F238E27FC236}">
                <a16:creationId xmlns:a16="http://schemas.microsoft.com/office/drawing/2014/main" id="{B2DA5A1B-D080-4437-819D-1C789EE80ECD}"/>
              </a:ext>
            </a:extLst>
          </p:cNvPr>
          <p:cNvSpPr txBox="1"/>
          <p:nvPr/>
        </p:nvSpPr>
        <p:spPr>
          <a:xfrm>
            <a:off x="656592" y="270860"/>
            <a:ext cx="11770175"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8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农作物干旱监测</a:t>
            </a:r>
          </a:p>
        </p:txBody>
      </p:sp>
      <p:sp>
        <p:nvSpPr>
          <p:cNvPr id="12" name="文本框 11">
            <a:extLst>
              <a:ext uri="{FF2B5EF4-FFF2-40B4-BE49-F238E27FC236}">
                <a16:creationId xmlns:a16="http://schemas.microsoft.com/office/drawing/2014/main" id="{8AC771D8-7F19-4D01-A719-0259B63868F7}"/>
              </a:ext>
            </a:extLst>
          </p:cNvPr>
          <p:cNvSpPr txBox="1"/>
          <p:nvPr/>
        </p:nvSpPr>
        <p:spPr>
          <a:xfrm>
            <a:off x="825670" y="1716779"/>
            <a:ext cx="10540660" cy="3078920"/>
          </a:xfrm>
          <a:prstGeom prst="rect">
            <a:avLst/>
          </a:prstGeom>
          <a:noFill/>
        </p:spPr>
        <p:txBody>
          <a:bodyPr wrap="square" rtlCol="0">
            <a:spAutoFit/>
          </a:bodyPr>
          <a:lstStyle/>
          <a:p>
            <a:pPr>
              <a:lnSpc>
                <a:spcPct val="150000"/>
              </a:lnSpc>
            </a:pPr>
            <a:r>
              <a:rPr lang="zh-CN" altLang="en-US" dirty="0"/>
              <a:t>       </a:t>
            </a:r>
            <a:r>
              <a:rPr lang="zh-CN" altLang="en-US" sz="2200" dirty="0"/>
              <a:t>以遥感数据为基础的干旱指数从</a:t>
            </a:r>
            <a:r>
              <a:rPr lang="en-US" altLang="zh-CN" sz="2200" dirty="0"/>
              <a:t>20</a:t>
            </a:r>
            <a:r>
              <a:rPr lang="zh-CN" altLang="en-US" sz="2200" dirty="0"/>
              <a:t>世纪</a:t>
            </a:r>
            <a:r>
              <a:rPr lang="en-US" altLang="zh-CN" sz="2200" dirty="0"/>
              <a:t>90</a:t>
            </a:r>
            <a:r>
              <a:rPr lang="zh-CN" altLang="en-US" sz="2200" dirty="0"/>
              <a:t>年代末期开始涌现，包括归一化植被指数（</a:t>
            </a:r>
            <a:r>
              <a:rPr lang="en-US" altLang="zh-CN" sz="2200" dirty="0"/>
              <a:t>Normalized Difference Vegetation Index, NDVI</a:t>
            </a:r>
            <a:r>
              <a:rPr lang="zh-CN" altLang="en-US" sz="2200" dirty="0"/>
              <a:t>）、植被状态指数（</a:t>
            </a:r>
            <a:r>
              <a:rPr lang="en-US" altLang="zh-CN" sz="2200" dirty="0"/>
              <a:t>Vegetation Condition Index, VCI</a:t>
            </a:r>
            <a:r>
              <a:rPr lang="zh-CN" altLang="en-US" sz="2200" dirty="0"/>
              <a:t>）、植被供水指数（</a:t>
            </a:r>
            <a:r>
              <a:rPr lang="en-US" altLang="zh-CN" sz="2200" dirty="0"/>
              <a:t>Vegetation Supply Water Index, VSWI</a:t>
            </a:r>
            <a:r>
              <a:rPr lang="zh-CN" altLang="en-US" sz="2200" dirty="0"/>
              <a:t>）和</a:t>
            </a:r>
            <a:r>
              <a:rPr lang="zh-CN" altLang="en-US" sz="2200" dirty="0">
                <a:solidFill>
                  <a:srgbClr val="C00000"/>
                </a:solidFill>
              </a:rPr>
              <a:t>温度植被干旱指数</a:t>
            </a:r>
            <a:r>
              <a:rPr lang="zh-CN" altLang="en-US" sz="2200" dirty="0"/>
              <a:t>（</a:t>
            </a:r>
            <a:r>
              <a:rPr lang="en-US" altLang="zh-CN" sz="2200" dirty="0"/>
              <a:t>Temperature Vegetation Dryness Index, TVDI</a:t>
            </a:r>
            <a:r>
              <a:rPr lang="zh-CN" altLang="en-US" sz="2200" dirty="0"/>
              <a:t>）等。</a:t>
            </a:r>
            <a:endParaRPr lang="en-US" altLang="zh-CN" sz="2200" dirty="0"/>
          </a:p>
          <a:p>
            <a:pPr>
              <a:lnSpc>
                <a:spcPct val="150000"/>
              </a:lnSpc>
            </a:pPr>
            <a:r>
              <a:rPr lang="zh-CN" altLang="en-US" sz="2200" dirty="0"/>
              <a:t>其中，</a:t>
            </a:r>
            <a:r>
              <a:rPr lang="zh-CN" altLang="en-US" sz="2200" dirty="0">
                <a:solidFill>
                  <a:srgbClr val="C00000"/>
                </a:solidFill>
              </a:rPr>
              <a:t>温度植被干旱指数</a:t>
            </a:r>
            <a:r>
              <a:rPr lang="zh-CN" altLang="en-US" sz="2200" dirty="0"/>
              <a:t>应用最为广泛。</a:t>
            </a:r>
            <a:endParaRPr lang="en-US" altLang="zh-CN" sz="2200" dirty="0"/>
          </a:p>
          <a:p>
            <a:pPr>
              <a:lnSpc>
                <a:spcPct val="150000"/>
              </a:lnSpc>
            </a:pPr>
            <a:r>
              <a:rPr lang="en-US" altLang="zh-CN" sz="2200" dirty="0"/>
              <a:t>       </a:t>
            </a:r>
            <a:r>
              <a:rPr lang="zh-CN" altLang="en-US" sz="2200" dirty="0"/>
              <a:t>本次实验使用</a:t>
            </a:r>
            <a:r>
              <a:rPr lang="en-US" altLang="zh-CN" sz="2200" dirty="0"/>
              <a:t>TVDI</a:t>
            </a:r>
            <a:r>
              <a:rPr lang="zh-CN" altLang="en-US" sz="2200" dirty="0"/>
              <a:t>指数对我国华北平原某地区进行干旱监测。</a:t>
            </a:r>
            <a:endParaRPr lang="en-US" altLang="zh-CN" sz="2200" dirty="0"/>
          </a:p>
        </p:txBody>
      </p:sp>
    </p:spTree>
    <p:custDataLst>
      <p:tags r:id="rId1"/>
    </p:custDataLst>
    <p:extLst>
      <p:ext uri="{BB962C8B-B14F-4D97-AF65-F5344CB8AC3E}">
        <p14:creationId xmlns:p14="http://schemas.microsoft.com/office/powerpoint/2010/main" val="316722792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矩形 3"/>
          <p:cNvSpPr/>
          <p:nvPr/>
        </p:nvSpPr>
        <p:spPr>
          <a:xfrm>
            <a:off x="656592" y="775971"/>
            <a:ext cx="10939145" cy="76200"/>
          </a:xfrm>
          <a:prstGeom prst="rect">
            <a:avLst/>
          </a:prstGeom>
          <a:solidFill>
            <a:srgbClr val="03532A">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Arial"/>
              <a:ea typeface="微软雅黑"/>
              <a:cs typeface="+mn-cs"/>
            </a:endParaRPr>
          </a:p>
        </p:txBody>
      </p:sp>
      <p:sp>
        <p:nvSpPr>
          <p:cNvPr id="10" name="文本框 9">
            <a:extLst>
              <a:ext uri="{FF2B5EF4-FFF2-40B4-BE49-F238E27FC236}">
                <a16:creationId xmlns:a16="http://schemas.microsoft.com/office/drawing/2014/main" id="{B2DA5A1B-D080-4437-819D-1C789EE80ECD}"/>
              </a:ext>
            </a:extLst>
          </p:cNvPr>
          <p:cNvSpPr txBox="1"/>
          <p:nvPr/>
        </p:nvSpPr>
        <p:spPr>
          <a:xfrm>
            <a:off x="656592" y="270860"/>
            <a:ext cx="11770175"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2800" b="1" dirty="0">
                <a:solidFill>
                  <a:prstClr val="black"/>
                </a:solidFill>
                <a:latin typeface="微软雅黑" panose="020B0503020204020204" pitchFamily="34" charset="-122"/>
                <a:ea typeface="微软雅黑" panose="020B0503020204020204" pitchFamily="34" charset="-122"/>
              </a:rPr>
              <a:t>TVDI</a:t>
            </a:r>
            <a:r>
              <a:rPr lang="zh-CN" altLang="en-US" sz="2800" b="1" dirty="0">
                <a:solidFill>
                  <a:prstClr val="black"/>
                </a:solidFill>
                <a:latin typeface="微软雅黑" panose="020B0503020204020204" pitchFamily="34" charset="-122"/>
                <a:ea typeface="微软雅黑" panose="020B0503020204020204" pitchFamily="34" charset="-122"/>
              </a:rPr>
              <a:t>的计算公式</a:t>
            </a:r>
            <a:endParaRPr kumimoji="0" lang="zh-CN" altLang="en-US" sz="28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38" name="内容占位符 2">
            <a:extLst>
              <a:ext uri="{FF2B5EF4-FFF2-40B4-BE49-F238E27FC236}">
                <a16:creationId xmlns:a16="http://schemas.microsoft.com/office/drawing/2014/main" id="{45020B19-F867-4CE8-B9DA-FF8C8C1DDAB7}"/>
              </a:ext>
            </a:extLst>
          </p:cNvPr>
          <p:cNvSpPr txBox="1">
            <a:spLocks/>
          </p:cNvSpPr>
          <p:nvPr/>
        </p:nvSpPr>
        <p:spPr>
          <a:xfrm>
            <a:off x="742492" y="3210515"/>
            <a:ext cx="4967748" cy="2897586"/>
          </a:xfrm>
          <a:prstGeom prst="rect">
            <a:avLst/>
          </a:prstGeom>
        </p:spPr>
        <p:txBody>
          <a:bodyPr vert="horz" lIns="101600" tIns="38100" rIns="76200" bIns="38100" rtlCol="0">
            <a:normAutofit lnSpcReduction="10000"/>
          </a:bodyPr>
          <a:lstStyle>
            <a:lvl1pPr marL="0" indent="0" algn="ctr" defTabSz="914377" rtl="0" eaLnBrk="1" fontAlgn="auto" latinLnBrk="0" hangingPunct="1">
              <a:lnSpc>
                <a:spcPct val="100000"/>
              </a:lnSpc>
              <a:spcBef>
                <a:spcPts val="0"/>
              </a:spcBef>
              <a:spcAft>
                <a:spcPts val="1000"/>
              </a:spcAft>
              <a:buFont typeface="Arial" panose="020B0604020202020204" pitchFamily="34" charset="0"/>
              <a:buNone/>
              <a:defRPr sz="2400" u="none" strike="noStrike" kern="1200" cap="none" spc="200" normalizeH="0" baseline="0">
                <a:solidFill>
                  <a:schemeClr val="tx1"/>
                </a:solidFill>
                <a:uFillTx/>
                <a:latin typeface="+mn-lt"/>
                <a:ea typeface="+mn-ea"/>
                <a:cs typeface="+mn-cs"/>
              </a:defRPr>
            </a:lvl1pPr>
            <a:lvl2pPr marL="457189" indent="0" algn="ctr" defTabSz="914377" rtl="0" eaLnBrk="1" fontAlgn="auto" latinLnBrk="0" hangingPunct="1">
              <a:lnSpc>
                <a:spcPct val="130000"/>
              </a:lnSpc>
              <a:spcBef>
                <a:spcPts val="0"/>
              </a:spcBef>
              <a:spcAft>
                <a:spcPts val="1000"/>
              </a:spcAft>
              <a:buFont typeface="Arial" panose="020B0604020202020204" pitchFamily="34" charset="0"/>
              <a:buNone/>
              <a:tabLst>
                <a:tab pos="1609685" algn="l"/>
              </a:tabLst>
              <a:defRPr sz="2000" u="none" strike="noStrike" kern="1200" cap="none" spc="151" normalizeH="0" baseline="0">
                <a:solidFill>
                  <a:schemeClr val="tx1"/>
                </a:solidFill>
                <a:uFillTx/>
                <a:latin typeface="+mn-lt"/>
                <a:ea typeface="+mn-ea"/>
                <a:cs typeface="+mn-cs"/>
              </a:defRPr>
            </a:lvl2pPr>
            <a:lvl3pPr marL="914377" indent="0" algn="ctr" defTabSz="914377" rtl="0" eaLnBrk="1" fontAlgn="auto" latinLnBrk="0" hangingPunct="1">
              <a:lnSpc>
                <a:spcPct val="130000"/>
              </a:lnSpc>
              <a:spcBef>
                <a:spcPts val="0"/>
              </a:spcBef>
              <a:spcAft>
                <a:spcPts val="1000"/>
              </a:spcAft>
              <a:buFont typeface="Arial" panose="020B0604020202020204" pitchFamily="34" charset="0"/>
              <a:buNone/>
              <a:defRPr sz="1800" u="none" strike="noStrike" kern="1200" cap="none" spc="151" normalizeH="0" baseline="0">
                <a:solidFill>
                  <a:schemeClr val="tx1"/>
                </a:solidFill>
                <a:uFillTx/>
                <a:latin typeface="+mn-lt"/>
                <a:ea typeface="+mn-ea"/>
                <a:cs typeface="+mn-cs"/>
              </a:defRPr>
            </a:lvl3pPr>
            <a:lvl4pPr marL="1371566" indent="0" algn="ctr" defTabSz="914377" rtl="0" eaLnBrk="1" fontAlgn="auto" latinLnBrk="0" hangingPunct="1">
              <a:lnSpc>
                <a:spcPct val="130000"/>
              </a:lnSpc>
              <a:spcBef>
                <a:spcPts val="0"/>
              </a:spcBef>
              <a:spcAft>
                <a:spcPts val="1000"/>
              </a:spcAft>
              <a:buFont typeface="Arial" panose="020B0604020202020204" pitchFamily="34" charset="0"/>
              <a:buNone/>
              <a:defRPr sz="1600" u="none" strike="noStrike" kern="1200" cap="none" spc="151" normalizeH="0" baseline="0">
                <a:solidFill>
                  <a:schemeClr val="tx1"/>
                </a:solidFill>
                <a:uFillTx/>
                <a:latin typeface="+mn-lt"/>
                <a:ea typeface="+mn-ea"/>
                <a:cs typeface="+mn-cs"/>
              </a:defRPr>
            </a:lvl4pPr>
            <a:lvl5pPr marL="1828754" indent="0" algn="ctr" defTabSz="914377" rtl="0" eaLnBrk="1" fontAlgn="auto" latinLnBrk="0" hangingPunct="1">
              <a:lnSpc>
                <a:spcPct val="130000"/>
              </a:lnSpc>
              <a:spcBef>
                <a:spcPts val="0"/>
              </a:spcBef>
              <a:spcAft>
                <a:spcPts val="1000"/>
              </a:spcAft>
              <a:buFont typeface="Arial" panose="020B0604020202020204" pitchFamily="34" charset="0"/>
              <a:buNone/>
              <a:defRPr sz="1600" u="none" strike="noStrike" kern="1200" cap="none" spc="151" normalizeH="0" baseline="0">
                <a:solidFill>
                  <a:schemeClr val="tx1"/>
                </a:solidFill>
                <a:uFillTx/>
                <a:latin typeface="+mn-lt"/>
                <a:ea typeface="+mn-ea"/>
                <a:cs typeface="+mn-cs"/>
              </a:defRPr>
            </a:lvl5pPr>
            <a:lvl6pPr marL="2285943"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131"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320"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509"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nSpc>
                <a:spcPct val="150000"/>
              </a:lnSpc>
              <a:spcAft>
                <a:spcPts val="1800"/>
              </a:spcAft>
            </a:pPr>
            <a:r>
              <a:rPr lang="zh-CN" altLang="en-US" sz="2000" dirty="0"/>
              <a:t>三角特征空间中，最小温度容易确定</a:t>
            </a:r>
            <a:endParaRPr lang="en-US" altLang="zh-CN" sz="2000" dirty="0"/>
          </a:p>
          <a:p>
            <a:pPr>
              <a:lnSpc>
                <a:spcPct val="150000"/>
              </a:lnSpc>
              <a:spcAft>
                <a:spcPts val="1800"/>
              </a:spcAft>
            </a:pPr>
            <a:r>
              <a:rPr lang="zh-CN" altLang="en-US" sz="2000" dirty="0"/>
              <a:t>干边</a:t>
            </a:r>
            <a:r>
              <a:rPr lang="en-US" altLang="zh-CN" sz="2000" dirty="0"/>
              <a:t>(</a:t>
            </a:r>
            <a:r>
              <a:rPr lang="zh-CN" altLang="en-US" sz="2000" dirty="0"/>
              <a:t>暖边</a:t>
            </a:r>
            <a:r>
              <a:rPr lang="en-US" altLang="zh-CN" sz="2000" dirty="0"/>
              <a:t>)</a:t>
            </a:r>
            <a:r>
              <a:rPr lang="zh-CN" altLang="en-US" sz="2000" dirty="0"/>
              <a:t>温度被定义为关于</a:t>
            </a:r>
            <a:r>
              <a:rPr lang="en-US" altLang="zh-CN" sz="2000" dirty="0"/>
              <a:t>NDVI</a:t>
            </a:r>
            <a:r>
              <a:rPr lang="zh-CN" altLang="en-US" sz="2000" dirty="0"/>
              <a:t>的线性经验函数</a:t>
            </a:r>
            <a:endParaRPr lang="en-US" altLang="zh-CN" sz="2000" dirty="0"/>
          </a:p>
          <a:p>
            <a:pPr>
              <a:lnSpc>
                <a:spcPct val="150000"/>
              </a:lnSpc>
              <a:spcAft>
                <a:spcPts val="1800"/>
              </a:spcAft>
            </a:pPr>
            <a:r>
              <a:rPr lang="en-US" altLang="zh-CN" sz="2000" dirty="0"/>
              <a:t>TVDI</a:t>
            </a:r>
            <a:r>
              <a:rPr lang="zh-CN" altLang="en-US" sz="2000" dirty="0"/>
              <a:t>的几何含义是</a:t>
            </a:r>
            <a:r>
              <a:rPr lang="zh-CN" altLang="en-US" sz="2000" dirty="0">
                <a:solidFill>
                  <a:srgbClr val="FF0000"/>
                </a:solidFill>
              </a:rPr>
              <a:t>角</a:t>
            </a:r>
            <a:r>
              <a:rPr lang="el-GR" altLang="zh-CN" sz="2000" dirty="0">
                <a:solidFill>
                  <a:srgbClr val="FF0000"/>
                </a:solidFill>
              </a:rPr>
              <a:t>α</a:t>
            </a:r>
            <a:r>
              <a:rPr lang="zh-CN" altLang="en-US" sz="2000" dirty="0"/>
              <a:t>与</a:t>
            </a:r>
            <a:r>
              <a:rPr lang="zh-CN" altLang="en-US" sz="2000" dirty="0">
                <a:solidFill>
                  <a:srgbClr val="FF0000"/>
                </a:solidFill>
              </a:rPr>
              <a:t>角</a:t>
            </a:r>
            <a:r>
              <a:rPr lang="el-GR" altLang="zh-CN" sz="2000" dirty="0">
                <a:solidFill>
                  <a:srgbClr val="FF0000"/>
                </a:solidFill>
              </a:rPr>
              <a:t>θ</a:t>
            </a:r>
            <a:r>
              <a:rPr lang="zh-CN" altLang="en-US" sz="2000" dirty="0"/>
              <a:t>正切值的比值</a:t>
            </a:r>
          </a:p>
          <a:p>
            <a:pPr>
              <a:lnSpc>
                <a:spcPct val="150000"/>
              </a:lnSpc>
              <a:spcAft>
                <a:spcPts val="1800"/>
              </a:spcAft>
            </a:pPr>
            <a:endParaRPr lang="zh-CN" altLang="en-US" dirty="0"/>
          </a:p>
        </p:txBody>
      </p:sp>
      <p:grpSp>
        <p:nvGrpSpPr>
          <p:cNvPr id="39" name="组合 38">
            <a:extLst>
              <a:ext uri="{FF2B5EF4-FFF2-40B4-BE49-F238E27FC236}">
                <a16:creationId xmlns:a16="http://schemas.microsoft.com/office/drawing/2014/main" id="{CBA6FF66-95EA-44BC-A8ED-3E2338EAE080}"/>
              </a:ext>
            </a:extLst>
          </p:cNvPr>
          <p:cNvGrpSpPr/>
          <p:nvPr/>
        </p:nvGrpSpPr>
        <p:grpSpPr>
          <a:xfrm>
            <a:off x="6375520" y="3036563"/>
            <a:ext cx="4888898" cy="3460447"/>
            <a:chOff x="3908209" y="2956624"/>
            <a:chExt cx="4888898" cy="3460447"/>
          </a:xfrm>
        </p:grpSpPr>
        <p:pic>
          <p:nvPicPr>
            <p:cNvPr id="40" name="图片 39">
              <a:extLst>
                <a:ext uri="{FF2B5EF4-FFF2-40B4-BE49-F238E27FC236}">
                  <a16:creationId xmlns:a16="http://schemas.microsoft.com/office/drawing/2014/main" id="{1AE2FE99-B8DA-4C49-8CCA-C1CACB53BA90}"/>
                </a:ext>
              </a:extLst>
            </p:cNvPr>
            <p:cNvPicPr>
              <a:picLocks noChangeAspect="1"/>
            </p:cNvPicPr>
            <p:nvPr/>
          </p:nvPicPr>
          <p:blipFill>
            <a:blip r:embed="rId5"/>
            <a:stretch>
              <a:fillRect/>
            </a:stretch>
          </p:blipFill>
          <p:spPr>
            <a:xfrm>
              <a:off x="3908209" y="2956624"/>
              <a:ext cx="4888898" cy="3460447"/>
            </a:xfrm>
            <a:prstGeom prst="rect">
              <a:avLst/>
            </a:prstGeom>
          </p:spPr>
        </p:pic>
        <p:sp>
          <p:nvSpPr>
            <p:cNvPr id="42" name="弧形 41">
              <a:extLst>
                <a:ext uri="{FF2B5EF4-FFF2-40B4-BE49-F238E27FC236}">
                  <a16:creationId xmlns:a16="http://schemas.microsoft.com/office/drawing/2014/main" id="{6C075F86-30A6-463B-BFBB-EB7ECAA5AC8B}"/>
                </a:ext>
              </a:extLst>
            </p:cNvPr>
            <p:cNvSpPr/>
            <p:nvPr/>
          </p:nvSpPr>
          <p:spPr>
            <a:xfrm rot="13715962">
              <a:off x="7113765" y="5401874"/>
              <a:ext cx="347025" cy="360659"/>
            </a:xfrm>
            <a:prstGeom prst="arc">
              <a:avLst/>
            </a:prstGeom>
            <a:ln>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43" name="文本框 42">
              <a:extLst>
                <a:ext uri="{FF2B5EF4-FFF2-40B4-BE49-F238E27FC236}">
                  <a16:creationId xmlns:a16="http://schemas.microsoft.com/office/drawing/2014/main" id="{60105D42-9FC9-430D-A3FA-0FFC688CF99D}"/>
                </a:ext>
              </a:extLst>
            </p:cNvPr>
            <p:cNvSpPr txBox="1"/>
            <p:nvPr/>
          </p:nvSpPr>
          <p:spPr>
            <a:xfrm>
              <a:off x="6562443" y="5293864"/>
              <a:ext cx="316112" cy="369332"/>
            </a:xfrm>
            <a:prstGeom prst="rect">
              <a:avLst/>
            </a:prstGeom>
            <a:noFill/>
          </p:spPr>
          <p:txBody>
            <a:bodyPr wrap="none" rtlCol="0">
              <a:spAutoFit/>
            </a:bodyPr>
            <a:lstStyle/>
            <a:p>
              <a:r>
                <a:rPr lang="el-GR" altLang="zh-CN" dirty="0">
                  <a:solidFill>
                    <a:srgbClr val="FF0000"/>
                  </a:solidFill>
                </a:rPr>
                <a:t>θ</a:t>
              </a:r>
              <a:endParaRPr lang="zh-CN" altLang="en-US" dirty="0">
                <a:solidFill>
                  <a:srgbClr val="FF0000"/>
                </a:solidFill>
              </a:endParaRPr>
            </a:p>
          </p:txBody>
        </p:sp>
        <p:sp>
          <p:nvSpPr>
            <p:cNvPr id="44" name="弧形 43">
              <a:extLst>
                <a:ext uri="{FF2B5EF4-FFF2-40B4-BE49-F238E27FC236}">
                  <a16:creationId xmlns:a16="http://schemas.microsoft.com/office/drawing/2014/main" id="{A109E17B-DFB5-4386-9100-61A1BE1DBFCD}"/>
                </a:ext>
              </a:extLst>
            </p:cNvPr>
            <p:cNvSpPr/>
            <p:nvPr/>
          </p:nvSpPr>
          <p:spPr>
            <a:xfrm rot="13715962">
              <a:off x="6903496" y="4978420"/>
              <a:ext cx="510196" cy="867368"/>
            </a:xfrm>
            <a:prstGeom prst="arc">
              <a:avLst>
                <a:gd name="adj1" fmla="val 16200000"/>
                <a:gd name="adj2" fmla="val 288058"/>
              </a:avLst>
            </a:prstGeom>
            <a:ln>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solidFill>
                  <a:srgbClr val="FF0000"/>
                </a:solidFill>
              </a:endParaRPr>
            </a:p>
          </p:txBody>
        </p:sp>
        <p:sp>
          <p:nvSpPr>
            <p:cNvPr id="45" name="文本框 44">
              <a:extLst>
                <a:ext uri="{FF2B5EF4-FFF2-40B4-BE49-F238E27FC236}">
                  <a16:creationId xmlns:a16="http://schemas.microsoft.com/office/drawing/2014/main" id="{8E5894B0-EA21-4B59-B27F-1BEAAE477DB8}"/>
                </a:ext>
              </a:extLst>
            </p:cNvPr>
            <p:cNvSpPr txBox="1"/>
            <p:nvPr/>
          </p:nvSpPr>
          <p:spPr>
            <a:xfrm>
              <a:off x="6866381" y="5349259"/>
              <a:ext cx="324128" cy="369332"/>
            </a:xfrm>
            <a:prstGeom prst="rect">
              <a:avLst/>
            </a:prstGeom>
            <a:noFill/>
          </p:spPr>
          <p:txBody>
            <a:bodyPr wrap="none" rtlCol="0">
              <a:spAutoFit/>
            </a:bodyPr>
            <a:lstStyle/>
            <a:p>
              <a:r>
                <a:rPr lang="el-GR" altLang="zh-CN" dirty="0">
                  <a:solidFill>
                    <a:srgbClr val="FF0000"/>
                  </a:solidFill>
                </a:rPr>
                <a:t>α</a:t>
              </a:r>
              <a:endParaRPr lang="zh-CN" altLang="en-US" dirty="0">
                <a:solidFill>
                  <a:srgbClr val="FF0000"/>
                </a:solidFill>
              </a:endParaRPr>
            </a:p>
          </p:txBody>
        </p:sp>
      </p:grpSp>
      <p:sp>
        <p:nvSpPr>
          <p:cNvPr id="3" name="矩形 2"/>
          <p:cNvSpPr/>
          <p:nvPr/>
        </p:nvSpPr>
        <p:spPr>
          <a:xfrm>
            <a:off x="6504118" y="1827636"/>
            <a:ext cx="2087431" cy="369332"/>
          </a:xfrm>
          <a:prstGeom prst="rect">
            <a:avLst/>
          </a:prstGeom>
        </p:spPr>
        <p:txBody>
          <a:bodyPr wrap="none">
            <a:spAutoFit/>
          </a:bodyPr>
          <a:lstStyle/>
          <a:p>
            <a:r>
              <a:rPr lang="en-US" altLang="zh-CN" dirty="0">
                <a:solidFill>
                  <a:srgbClr val="4D4D4D"/>
                </a:solidFill>
                <a:latin typeface="-apple-system"/>
              </a:rPr>
              <a:t> </a:t>
            </a:r>
            <a:r>
              <a:rPr lang="en-US" altLang="zh-CN" dirty="0" err="1">
                <a:solidFill>
                  <a:srgbClr val="4D4D4D"/>
                </a:solidFill>
                <a:latin typeface="-apple-system"/>
              </a:rPr>
              <a:t>LSTmin</a:t>
            </a:r>
            <a:r>
              <a:rPr lang="en-US" altLang="zh-CN" dirty="0">
                <a:solidFill>
                  <a:srgbClr val="4D4D4D"/>
                </a:solidFill>
                <a:latin typeface="-apple-system"/>
              </a:rPr>
              <a:t>​=</a:t>
            </a:r>
            <a:r>
              <a:rPr lang="en-US" altLang="zh-CN" dirty="0" err="1">
                <a:solidFill>
                  <a:srgbClr val="4D4D4D"/>
                </a:solidFill>
                <a:latin typeface="-apple-system"/>
              </a:rPr>
              <a:t>a+b×NDVI</a:t>
            </a:r>
            <a:endParaRPr lang="zh-CN" altLang="en-US" dirty="0"/>
          </a:p>
        </p:txBody>
      </p:sp>
      <p:sp>
        <p:nvSpPr>
          <p:cNvPr id="6" name="矩形 5"/>
          <p:cNvSpPr/>
          <p:nvPr/>
        </p:nvSpPr>
        <p:spPr>
          <a:xfrm>
            <a:off x="6504117" y="1257497"/>
            <a:ext cx="2087431" cy="369332"/>
          </a:xfrm>
          <a:prstGeom prst="rect">
            <a:avLst/>
          </a:prstGeom>
        </p:spPr>
        <p:txBody>
          <a:bodyPr wrap="none">
            <a:spAutoFit/>
          </a:bodyPr>
          <a:lstStyle/>
          <a:p>
            <a:r>
              <a:rPr lang="en-US" altLang="zh-CN" dirty="0">
                <a:solidFill>
                  <a:srgbClr val="4D4D4D"/>
                </a:solidFill>
                <a:latin typeface="-apple-system"/>
              </a:rPr>
              <a:t> </a:t>
            </a:r>
            <a:r>
              <a:rPr lang="en-US" altLang="zh-CN" dirty="0" err="1">
                <a:solidFill>
                  <a:srgbClr val="4D4D4D"/>
                </a:solidFill>
                <a:latin typeface="-apple-system"/>
              </a:rPr>
              <a:t>LSTmax</a:t>
            </a:r>
            <a:r>
              <a:rPr lang="en-US" altLang="zh-CN" dirty="0">
                <a:solidFill>
                  <a:srgbClr val="4D4D4D"/>
                </a:solidFill>
                <a:latin typeface="-apple-system"/>
              </a:rPr>
              <a:t>​=</a:t>
            </a:r>
            <a:r>
              <a:rPr lang="en-US" altLang="zh-CN" dirty="0" err="1">
                <a:solidFill>
                  <a:srgbClr val="4D4D4D"/>
                </a:solidFill>
                <a:latin typeface="-apple-system"/>
              </a:rPr>
              <a:t>c+d×NDVI</a:t>
            </a:r>
            <a:endParaRPr lang="zh-CN" altLang="en-US" dirty="0"/>
          </a:p>
        </p:txBody>
      </p:sp>
      <p:graphicFrame>
        <p:nvGraphicFramePr>
          <p:cNvPr id="7" name="对象 6"/>
          <p:cNvGraphicFramePr>
            <a:graphicFrameLocks noChangeAspect="1"/>
          </p:cNvGraphicFramePr>
          <p:nvPr>
            <p:extLst>
              <p:ext uri="{D42A27DB-BD31-4B8C-83A1-F6EECF244321}">
                <p14:modId xmlns:p14="http://schemas.microsoft.com/office/powerpoint/2010/main" val="2765941319"/>
              </p:ext>
            </p:extLst>
          </p:nvPr>
        </p:nvGraphicFramePr>
        <p:xfrm>
          <a:off x="1389464" y="1229836"/>
          <a:ext cx="3571578" cy="987266"/>
        </p:xfrm>
        <a:graphic>
          <a:graphicData uri="http://schemas.openxmlformats.org/presentationml/2006/ole">
            <mc:AlternateContent xmlns:mc="http://schemas.openxmlformats.org/markup-compatibility/2006">
              <mc:Choice xmlns:v="urn:schemas-microsoft-com:vml" Requires="v">
                <p:oleObj spid="_x0000_s1047" name="Equation" r:id="rId6" imgW="1562040" imgH="431640" progId="Equation.DSMT4">
                  <p:embed/>
                </p:oleObj>
              </mc:Choice>
              <mc:Fallback>
                <p:oleObj name="Equation" r:id="rId6" imgW="1562040" imgH="431640" progId="Equation.DSMT4">
                  <p:embed/>
                  <p:pic>
                    <p:nvPicPr>
                      <p:cNvPr id="0" name=""/>
                      <p:cNvPicPr/>
                      <p:nvPr/>
                    </p:nvPicPr>
                    <p:blipFill>
                      <a:blip r:embed="rId7"/>
                      <a:stretch>
                        <a:fillRect/>
                      </a:stretch>
                    </p:blipFill>
                    <p:spPr>
                      <a:xfrm>
                        <a:off x="1389464" y="1229836"/>
                        <a:ext cx="3571578" cy="987266"/>
                      </a:xfrm>
                      <a:prstGeom prst="rect">
                        <a:avLst/>
                      </a:prstGeom>
                    </p:spPr>
                  </p:pic>
                </p:oleObj>
              </mc:Fallback>
            </mc:AlternateContent>
          </a:graphicData>
        </a:graphic>
      </p:graphicFrame>
      <p:sp>
        <p:nvSpPr>
          <p:cNvPr id="8" name="矩形 7"/>
          <p:cNvSpPr/>
          <p:nvPr/>
        </p:nvSpPr>
        <p:spPr>
          <a:xfrm>
            <a:off x="9401413" y="1252779"/>
            <a:ext cx="1569660" cy="369332"/>
          </a:xfrm>
          <a:prstGeom prst="rect">
            <a:avLst/>
          </a:prstGeom>
        </p:spPr>
        <p:txBody>
          <a:bodyPr wrap="none">
            <a:spAutoFit/>
          </a:bodyPr>
          <a:lstStyle/>
          <a:p>
            <a:r>
              <a:rPr lang="zh-CN" altLang="en-US" dirty="0">
                <a:solidFill>
                  <a:srgbClr val="404040"/>
                </a:solidFill>
                <a:latin typeface="-apple-system"/>
              </a:rPr>
              <a:t>干边拟合方程</a:t>
            </a:r>
            <a:endParaRPr lang="zh-CN" altLang="en-US" dirty="0"/>
          </a:p>
        </p:txBody>
      </p:sp>
      <p:sp>
        <p:nvSpPr>
          <p:cNvPr id="12" name="矩形 11"/>
          <p:cNvSpPr/>
          <p:nvPr/>
        </p:nvSpPr>
        <p:spPr>
          <a:xfrm>
            <a:off x="9411548" y="1759701"/>
            <a:ext cx="1569660" cy="369332"/>
          </a:xfrm>
          <a:prstGeom prst="rect">
            <a:avLst/>
          </a:prstGeom>
        </p:spPr>
        <p:txBody>
          <a:bodyPr wrap="none">
            <a:spAutoFit/>
          </a:bodyPr>
          <a:lstStyle/>
          <a:p>
            <a:r>
              <a:rPr lang="zh-CN" altLang="en-US" dirty="0">
                <a:solidFill>
                  <a:srgbClr val="404040"/>
                </a:solidFill>
                <a:latin typeface="-apple-system"/>
              </a:rPr>
              <a:t>湿边拟合方程</a:t>
            </a:r>
            <a:endParaRPr lang="zh-CN" altLang="en-US" dirty="0"/>
          </a:p>
        </p:txBody>
      </p:sp>
      <p:sp>
        <p:nvSpPr>
          <p:cNvPr id="15" name="矩形 14"/>
          <p:cNvSpPr/>
          <p:nvPr/>
        </p:nvSpPr>
        <p:spPr>
          <a:xfrm>
            <a:off x="6406488" y="2349037"/>
            <a:ext cx="4826962" cy="369332"/>
          </a:xfrm>
          <a:prstGeom prst="rect">
            <a:avLst/>
          </a:prstGeom>
        </p:spPr>
        <p:txBody>
          <a:bodyPr wrap="none">
            <a:spAutoFit/>
          </a:bodyPr>
          <a:lstStyle/>
          <a:p>
            <a:r>
              <a:rPr lang="en-US" altLang="zh-CN" dirty="0"/>
              <a:t> </a:t>
            </a:r>
            <a:r>
              <a:rPr lang="zh-CN" altLang="en-US" dirty="0"/>
              <a:t>两式中</a:t>
            </a:r>
            <a:r>
              <a:rPr lang="en-US" altLang="zh-CN" dirty="0"/>
              <a:t>a </a:t>
            </a:r>
            <a:r>
              <a:rPr lang="zh-CN" altLang="en-US" dirty="0"/>
              <a:t>、 </a:t>
            </a:r>
            <a:r>
              <a:rPr lang="en-US" altLang="zh-CN" dirty="0"/>
              <a:t>b </a:t>
            </a:r>
            <a:r>
              <a:rPr lang="zh-CN" altLang="en-US" dirty="0"/>
              <a:t>、 </a:t>
            </a:r>
            <a:r>
              <a:rPr lang="en-US" altLang="zh-CN" dirty="0"/>
              <a:t>c </a:t>
            </a:r>
            <a:r>
              <a:rPr lang="zh-CN" altLang="en-US" dirty="0"/>
              <a:t>、 </a:t>
            </a:r>
            <a:r>
              <a:rPr lang="en-US" altLang="zh-CN" dirty="0"/>
              <a:t>d</a:t>
            </a:r>
            <a:r>
              <a:rPr lang="zh-CN" altLang="en-US" dirty="0"/>
              <a:t>为干、湿边拟合系数；</a:t>
            </a:r>
          </a:p>
        </p:txBody>
      </p:sp>
      <p:sp>
        <p:nvSpPr>
          <p:cNvPr id="17" name="矩形 16"/>
          <p:cNvSpPr/>
          <p:nvPr/>
        </p:nvSpPr>
        <p:spPr>
          <a:xfrm>
            <a:off x="2603090" y="1758932"/>
            <a:ext cx="995516" cy="414857"/>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 name="矩形 45"/>
          <p:cNvSpPr/>
          <p:nvPr/>
        </p:nvSpPr>
        <p:spPr>
          <a:xfrm>
            <a:off x="3920847" y="1787604"/>
            <a:ext cx="995516" cy="414857"/>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2" name="直接箭头连接符 61"/>
          <p:cNvCxnSpPr>
            <a:stCxn id="46" idx="3"/>
            <a:endCxn id="3" idx="1"/>
          </p:cNvCxnSpPr>
          <p:nvPr/>
        </p:nvCxnSpPr>
        <p:spPr>
          <a:xfrm>
            <a:off x="4916363" y="1995033"/>
            <a:ext cx="1587755" cy="17269"/>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67" name="肘形连接符 66"/>
          <p:cNvCxnSpPr>
            <a:stCxn id="17" idx="2"/>
            <a:endCxn id="6" idx="1"/>
          </p:cNvCxnSpPr>
          <p:nvPr/>
        </p:nvCxnSpPr>
        <p:spPr>
          <a:xfrm rot="5400000" flipH="1" flipV="1">
            <a:off x="4436669" y="106341"/>
            <a:ext cx="731626" cy="3403269"/>
          </a:xfrm>
          <a:prstGeom prst="bentConnector4">
            <a:avLst>
              <a:gd name="adj1" fmla="val -31245"/>
              <a:gd name="adj2" fmla="val 7508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73" name="文本框 72"/>
          <p:cNvSpPr txBox="1"/>
          <p:nvPr/>
        </p:nvSpPr>
        <p:spPr>
          <a:xfrm>
            <a:off x="8033257" y="3959942"/>
            <a:ext cx="824016" cy="369332"/>
          </a:xfrm>
          <a:prstGeom prst="rect">
            <a:avLst/>
          </a:prstGeom>
          <a:noFill/>
        </p:spPr>
        <p:txBody>
          <a:bodyPr wrap="square" rtlCol="0">
            <a:spAutoFit/>
          </a:bodyPr>
          <a:lstStyle/>
          <a:p>
            <a:r>
              <a:rPr lang="zh-CN" altLang="en-US" dirty="0"/>
              <a:t>干边</a:t>
            </a:r>
          </a:p>
        </p:txBody>
      </p:sp>
      <p:sp>
        <p:nvSpPr>
          <p:cNvPr id="74" name="文本框 73"/>
          <p:cNvSpPr txBox="1"/>
          <p:nvPr/>
        </p:nvSpPr>
        <p:spPr>
          <a:xfrm>
            <a:off x="7575384" y="5429198"/>
            <a:ext cx="824016" cy="369332"/>
          </a:xfrm>
          <a:prstGeom prst="rect">
            <a:avLst/>
          </a:prstGeom>
          <a:noFill/>
        </p:spPr>
        <p:txBody>
          <a:bodyPr wrap="square" rtlCol="0">
            <a:spAutoFit/>
          </a:bodyPr>
          <a:lstStyle/>
          <a:p>
            <a:r>
              <a:rPr lang="zh-CN" altLang="en-US" dirty="0"/>
              <a:t>湿边</a:t>
            </a:r>
          </a:p>
        </p:txBody>
      </p:sp>
      <p:sp>
        <p:nvSpPr>
          <p:cNvPr id="2" name="文本框 1">
            <a:extLst>
              <a:ext uri="{FF2B5EF4-FFF2-40B4-BE49-F238E27FC236}">
                <a16:creationId xmlns:a16="http://schemas.microsoft.com/office/drawing/2014/main" id="{7DD43AC3-0CD5-6EDC-6FB1-68979E42185D}"/>
              </a:ext>
            </a:extLst>
          </p:cNvPr>
          <p:cNvSpPr txBox="1"/>
          <p:nvPr/>
        </p:nvSpPr>
        <p:spPr>
          <a:xfrm>
            <a:off x="10046367" y="5593564"/>
            <a:ext cx="351378" cy="369332"/>
          </a:xfrm>
          <a:prstGeom prst="rect">
            <a:avLst/>
          </a:prstGeom>
          <a:noFill/>
        </p:spPr>
        <p:txBody>
          <a:bodyPr wrap="none" rtlCol="0">
            <a:spAutoFit/>
          </a:bodyPr>
          <a:lstStyle/>
          <a:p>
            <a:r>
              <a:rPr lang="en-US" altLang="zh-CN" dirty="0">
                <a:solidFill>
                  <a:srgbClr val="C00000"/>
                </a:solidFill>
              </a:rPr>
              <a:t>C</a:t>
            </a:r>
            <a:endParaRPr lang="zh-CN" altLang="en-US" dirty="0">
              <a:solidFill>
                <a:srgbClr val="C00000"/>
              </a:solidFill>
            </a:endParaRPr>
          </a:p>
        </p:txBody>
      </p:sp>
      <p:sp>
        <p:nvSpPr>
          <p:cNvPr id="24" name="文本框 23">
            <a:extLst>
              <a:ext uri="{FF2B5EF4-FFF2-40B4-BE49-F238E27FC236}">
                <a16:creationId xmlns:a16="http://schemas.microsoft.com/office/drawing/2014/main" id="{A423638D-FC13-6BFE-04C5-E38B03E03352}"/>
              </a:ext>
            </a:extLst>
          </p:cNvPr>
          <p:cNvSpPr txBox="1"/>
          <p:nvPr/>
        </p:nvSpPr>
        <p:spPr>
          <a:xfrm>
            <a:off x="6779877" y="3255911"/>
            <a:ext cx="338554" cy="369332"/>
          </a:xfrm>
          <a:prstGeom prst="rect">
            <a:avLst/>
          </a:prstGeom>
          <a:noFill/>
        </p:spPr>
        <p:txBody>
          <a:bodyPr wrap="none" rtlCol="0">
            <a:spAutoFit/>
          </a:bodyPr>
          <a:lstStyle/>
          <a:p>
            <a:r>
              <a:rPr lang="en-US" altLang="zh-CN" dirty="0">
                <a:solidFill>
                  <a:srgbClr val="C00000"/>
                </a:solidFill>
              </a:rPr>
              <a:t>A</a:t>
            </a:r>
            <a:endParaRPr lang="zh-CN" altLang="en-US" dirty="0">
              <a:solidFill>
                <a:srgbClr val="C00000"/>
              </a:solidFill>
            </a:endParaRPr>
          </a:p>
        </p:txBody>
      </p:sp>
      <p:sp>
        <p:nvSpPr>
          <p:cNvPr id="25" name="文本框 24">
            <a:extLst>
              <a:ext uri="{FF2B5EF4-FFF2-40B4-BE49-F238E27FC236}">
                <a16:creationId xmlns:a16="http://schemas.microsoft.com/office/drawing/2014/main" id="{0CE46D79-AA8F-7700-2D2D-55D738F79001}"/>
              </a:ext>
            </a:extLst>
          </p:cNvPr>
          <p:cNvSpPr txBox="1"/>
          <p:nvPr/>
        </p:nvSpPr>
        <p:spPr>
          <a:xfrm>
            <a:off x="6910104" y="5728842"/>
            <a:ext cx="338554" cy="369332"/>
          </a:xfrm>
          <a:prstGeom prst="rect">
            <a:avLst/>
          </a:prstGeom>
          <a:noFill/>
        </p:spPr>
        <p:txBody>
          <a:bodyPr wrap="none" rtlCol="0">
            <a:spAutoFit/>
          </a:bodyPr>
          <a:lstStyle/>
          <a:p>
            <a:r>
              <a:rPr lang="en-US" altLang="zh-CN" dirty="0">
                <a:solidFill>
                  <a:srgbClr val="C00000"/>
                </a:solidFill>
              </a:rPr>
              <a:t>B</a:t>
            </a:r>
            <a:endParaRPr lang="zh-CN" altLang="en-US" dirty="0">
              <a:solidFill>
                <a:srgbClr val="C00000"/>
              </a:solidFill>
            </a:endParaRPr>
          </a:p>
        </p:txBody>
      </p:sp>
    </p:spTree>
    <p:custDataLst>
      <p:tags r:id="rId2"/>
    </p:custDataLst>
    <p:extLst>
      <p:ext uri="{BB962C8B-B14F-4D97-AF65-F5344CB8AC3E}">
        <p14:creationId xmlns:p14="http://schemas.microsoft.com/office/powerpoint/2010/main" val="346725899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656592" y="775971"/>
            <a:ext cx="10939145" cy="76200"/>
          </a:xfrm>
          <a:prstGeom prst="rect">
            <a:avLst/>
          </a:prstGeom>
          <a:solidFill>
            <a:srgbClr val="03532A">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Arial"/>
              <a:ea typeface="微软雅黑"/>
              <a:cs typeface="+mn-cs"/>
            </a:endParaRPr>
          </a:p>
        </p:txBody>
      </p:sp>
      <p:sp>
        <p:nvSpPr>
          <p:cNvPr id="10" name="文本框 9">
            <a:extLst>
              <a:ext uri="{FF2B5EF4-FFF2-40B4-BE49-F238E27FC236}">
                <a16:creationId xmlns:a16="http://schemas.microsoft.com/office/drawing/2014/main" id="{B2DA5A1B-D080-4437-819D-1C789EE80ECD}"/>
              </a:ext>
            </a:extLst>
          </p:cNvPr>
          <p:cNvSpPr txBox="1"/>
          <p:nvPr/>
        </p:nvSpPr>
        <p:spPr>
          <a:xfrm>
            <a:off x="656592" y="270860"/>
            <a:ext cx="11770175" cy="523220"/>
          </a:xfrm>
          <a:prstGeom prst="rect">
            <a:avLst/>
          </a:prstGeom>
          <a:noFill/>
        </p:spPr>
        <p:txBody>
          <a:bodyPr wrap="square" rtlCol="0">
            <a:spAutoFit/>
          </a:bodyPr>
          <a:lstStyle/>
          <a:p>
            <a:pPr lvl="0">
              <a:defRPr/>
            </a:pPr>
            <a:r>
              <a:rPr lang="zh-CN" altLang="en-US" sz="2800" b="1" dirty="0">
                <a:solidFill>
                  <a:prstClr val="black"/>
                </a:solidFill>
                <a:latin typeface="微软雅黑" panose="020B0503020204020204" pitchFamily="34" charset="-122"/>
                <a:ea typeface="微软雅黑" panose="020B0503020204020204" pitchFamily="34" charset="-122"/>
              </a:rPr>
              <a:t>实验数据</a:t>
            </a:r>
          </a:p>
        </p:txBody>
      </p:sp>
      <p:graphicFrame>
        <p:nvGraphicFramePr>
          <p:cNvPr id="2" name="表格 1"/>
          <p:cNvGraphicFramePr>
            <a:graphicFrameLocks noGrp="1"/>
          </p:cNvGraphicFramePr>
          <p:nvPr>
            <p:extLst>
              <p:ext uri="{D42A27DB-BD31-4B8C-83A1-F6EECF244321}">
                <p14:modId xmlns:p14="http://schemas.microsoft.com/office/powerpoint/2010/main" val="3120400575"/>
              </p:ext>
            </p:extLst>
          </p:nvPr>
        </p:nvGraphicFramePr>
        <p:xfrm>
          <a:off x="1380870" y="2055269"/>
          <a:ext cx="9490587" cy="1737360"/>
        </p:xfrm>
        <a:graphic>
          <a:graphicData uri="http://schemas.openxmlformats.org/drawingml/2006/table">
            <a:tbl>
              <a:tblPr firstRow="1" bandRow="1">
                <a:tableStyleId>{5C22544A-7EE6-4342-B048-85BDC9FD1C3A}</a:tableStyleId>
              </a:tblPr>
              <a:tblGrid>
                <a:gridCol w="5073446">
                  <a:extLst>
                    <a:ext uri="{9D8B030D-6E8A-4147-A177-3AD203B41FA5}">
                      <a16:colId xmlns:a16="http://schemas.microsoft.com/office/drawing/2014/main" val="2395629082"/>
                    </a:ext>
                  </a:extLst>
                </a:gridCol>
                <a:gridCol w="4417141">
                  <a:extLst>
                    <a:ext uri="{9D8B030D-6E8A-4147-A177-3AD203B41FA5}">
                      <a16:colId xmlns:a16="http://schemas.microsoft.com/office/drawing/2014/main" val="4194510764"/>
                    </a:ext>
                  </a:extLst>
                </a:gridCol>
              </a:tblGrid>
              <a:tr h="332584">
                <a:tc>
                  <a:txBody>
                    <a:bodyPr/>
                    <a:lstStyle/>
                    <a:p>
                      <a:pPr algn="ctr"/>
                      <a:r>
                        <a:rPr lang="zh-CN" altLang="en-US" dirty="0"/>
                        <a:t>文件名</a:t>
                      </a:r>
                    </a:p>
                  </a:txBody>
                  <a:tcPr/>
                </a:tc>
                <a:tc>
                  <a:txBody>
                    <a:bodyPr/>
                    <a:lstStyle/>
                    <a:p>
                      <a:pPr algn="ctr"/>
                      <a:r>
                        <a:rPr lang="zh-CN" altLang="en-US" dirty="0"/>
                        <a:t>说明</a:t>
                      </a:r>
                    </a:p>
                  </a:txBody>
                  <a:tcPr/>
                </a:tc>
                <a:extLst>
                  <a:ext uri="{0D108BD9-81ED-4DB2-BD59-A6C34878D82A}">
                    <a16:rowId xmlns:a16="http://schemas.microsoft.com/office/drawing/2014/main" val="2375666207"/>
                  </a:ext>
                </a:extLst>
              </a:tr>
              <a:tr h="332584">
                <a:tc>
                  <a:txBody>
                    <a:bodyPr/>
                    <a:lstStyle/>
                    <a:p>
                      <a:pPr algn="ctr"/>
                      <a:r>
                        <a:rPr lang="en-US" altLang="zh-CN" dirty="0"/>
                        <a:t>subset_myd02_0428_band1to4.tif</a:t>
                      </a:r>
                      <a:endParaRPr lang="zh-CN" altLang="en-US" dirty="0"/>
                    </a:p>
                  </a:txBody>
                  <a:tcPr/>
                </a:tc>
                <a:tc>
                  <a:txBody>
                    <a:bodyPr/>
                    <a:lstStyle/>
                    <a:p>
                      <a:pPr algn="ctr"/>
                      <a:r>
                        <a:rPr lang="zh-CN" altLang="en-US" dirty="0"/>
                        <a:t>该地区</a:t>
                      </a:r>
                      <a:r>
                        <a:rPr lang="en-US" altLang="zh-CN" dirty="0"/>
                        <a:t>MODIS</a:t>
                      </a:r>
                      <a:r>
                        <a:rPr lang="zh-CN" altLang="en-US" dirty="0"/>
                        <a:t>波段</a:t>
                      </a:r>
                      <a:r>
                        <a:rPr lang="en-US" altLang="zh-CN" dirty="0"/>
                        <a:t>1-4</a:t>
                      </a:r>
                      <a:r>
                        <a:rPr lang="zh-CN" altLang="en-US" dirty="0"/>
                        <a:t>反射率文件</a:t>
                      </a:r>
                    </a:p>
                  </a:txBody>
                  <a:tcPr/>
                </a:tc>
                <a:extLst>
                  <a:ext uri="{0D108BD9-81ED-4DB2-BD59-A6C34878D82A}">
                    <a16:rowId xmlns:a16="http://schemas.microsoft.com/office/drawing/2014/main" val="2028380961"/>
                  </a:ext>
                </a:extLst>
              </a:tr>
              <a:tr h="332584">
                <a:tc>
                  <a:txBody>
                    <a:bodyPr/>
                    <a:lstStyle/>
                    <a:p>
                      <a:pPr algn="ctr"/>
                      <a:r>
                        <a:rPr lang="en-US" altLang="zh-CN" dirty="0"/>
                        <a:t>subset_myd02_0428_band31to32.tif</a:t>
                      </a:r>
                    </a:p>
                  </a:txBody>
                  <a:tcPr/>
                </a:tc>
                <a:tc>
                  <a:txBody>
                    <a:bodyPr/>
                    <a:lstStyle/>
                    <a:p>
                      <a:pPr marL="0" marR="0" indent="0" algn="ctr" defTabSz="914377" rtl="0" eaLnBrk="1" fontAlgn="auto" latinLnBrk="0" hangingPunct="1">
                        <a:lnSpc>
                          <a:spcPct val="100000"/>
                        </a:lnSpc>
                        <a:spcBef>
                          <a:spcPts val="0"/>
                        </a:spcBef>
                        <a:spcAft>
                          <a:spcPts val="0"/>
                        </a:spcAft>
                        <a:buClrTx/>
                        <a:buSzTx/>
                        <a:buFontTx/>
                        <a:buNone/>
                        <a:tabLst/>
                        <a:defRPr/>
                      </a:pPr>
                      <a:r>
                        <a:rPr lang="zh-CN" altLang="en-US" dirty="0"/>
                        <a:t>该地区</a:t>
                      </a:r>
                      <a:r>
                        <a:rPr lang="en-US" altLang="zh-CN" dirty="0"/>
                        <a:t>MODIS</a:t>
                      </a:r>
                      <a:r>
                        <a:rPr lang="zh-CN" altLang="en-US" dirty="0"/>
                        <a:t>波段</a:t>
                      </a:r>
                      <a:r>
                        <a:rPr lang="en-US" altLang="zh-CN" dirty="0"/>
                        <a:t>31-32</a:t>
                      </a:r>
                      <a:r>
                        <a:rPr lang="zh-CN" altLang="en-US" dirty="0"/>
                        <a:t>辐射亮度文件</a:t>
                      </a:r>
                    </a:p>
                  </a:txBody>
                  <a:tcPr/>
                </a:tc>
                <a:extLst>
                  <a:ext uri="{0D108BD9-81ED-4DB2-BD59-A6C34878D82A}">
                    <a16:rowId xmlns:a16="http://schemas.microsoft.com/office/drawing/2014/main" val="522852331"/>
                  </a:ext>
                </a:extLst>
              </a:tr>
              <a:tr h="474977">
                <a:tc>
                  <a:txBody>
                    <a:bodyPr/>
                    <a:lstStyle/>
                    <a:p>
                      <a:pPr algn="ctr"/>
                      <a:r>
                        <a:rPr lang="en-US" altLang="zh-CN" dirty="0"/>
                        <a:t>subset_myd11_0428_LST_Emiss_31_32.tif</a:t>
                      </a:r>
                    </a:p>
                  </a:txBody>
                  <a:tcPr/>
                </a:tc>
                <a:tc>
                  <a:txBody>
                    <a:bodyPr/>
                    <a:lstStyle/>
                    <a:p>
                      <a:pPr marL="0" marR="0" indent="0" algn="ctr" defTabSz="914377" rtl="0" eaLnBrk="1" fontAlgn="auto" latinLnBrk="0" hangingPunct="1">
                        <a:lnSpc>
                          <a:spcPct val="100000"/>
                        </a:lnSpc>
                        <a:spcBef>
                          <a:spcPts val="0"/>
                        </a:spcBef>
                        <a:spcAft>
                          <a:spcPts val="0"/>
                        </a:spcAft>
                        <a:buClrTx/>
                        <a:buSzTx/>
                        <a:buFontTx/>
                        <a:buNone/>
                        <a:tabLst/>
                        <a:defRPr/>
                      </a:pPr>
                      <a:r>
                        <a:rPr lang="zh-CN" altLang="en-US" dirty="0"/>
                        <a:t>该地区</a:t>
                      </a:r>
                      <a:r>
                        <a:rPr lang="en-US" altLang="zh-CN" dirty="0"/>
                        <a:t>LST</a:t>
                      </a:r>
                      <a:r>
                        <a:rPr lang="zh-CN" altLang="en-US" dirty="0"/>
                        <a:t>反演结果参考文件与</a:t>
                      </a:r>
                      <a:r>
                        <a:rPr lang="en-US" altLang="zh-CN" dirty="0"/>
                        <a:t>MODIS</a:t>
                      </a:r>
                      <a:r>
                        <a:rPr lang="zh-CN" altLang="en-US" dirty="0"/>
                        <a:t>波段</a:t>
                      </a:r>
                      <a:r>
                        <a:rPr lang="en-US" altLang="zh-CN" dirty="0"/>
                        <a:t>31-32</a:t>
                      </a:r>
                      <a:r>
                        <a:rPr lang="zh-CN" altLang="en-US" dirty="0"/>
                        <a:t>发射率文件</a:t>
                      </a:r>
                    </a:p>
                  </a:txBody>
                  <a:tcPr/>
                </a:tc>
                <a:extLst>
                  <a:ext uri="{0D108BD9-81ED-4DB2-BD59-A6C34878D82A}">
                    <a16:rowId xmlns:a16="http://schemas.microsoft.com/office/drawing/2014/main" val="4153266971"/>
                  </a:ext>
                </a:extLst>
              </a:tr>
            </a:tbl>
          </a:graphicData>
        </a:graphic>
      </p:graphicFrame>
      <p:sp>
        <p:nvSpPr>
          <p:cNvPr id="3" name="文本框 2"/>
          <p:cNvSpPr txBox="1"/>
          <p:nvPr/>
        </p:nvSpPr>
        <p:spPr>
          <a:xfrm>
            <a:off x="959492" y="1099777"/>
            <a:ext cx="10123921" cy="707886"/>
          </a:xfrm>
          <a:prstGeom prst="rect">
            <a:avLst/>
          </a:prstGeom>
          <a:noFill/>
        </p:spPr>
        <p:txBody>
          <a:bodyPr wrap="square" rtlCol="0">
            <a:spAutoFit/>
          </a:bodyPr>
          <a:lstStyle/>
          <a:p>
            <a:r>
              <a:rPr lang="zh-CN" altLang="en-US" dirty="0"/>
              <a:t>        </a:t>
            </a:r>
            <a:r>
              <a:rPr lang="zh-CN" altLang="en-US" sz="2000" dirty="0"/>
              <a:t>本次实验数据为我国华北平原某地区</a:t>
            </a:r>
            <a:r>
              <a:rPr lang="en-US" altLang="zh-CN" sz="2000" dirty="0"/>
              <a:t>MODIS</a:t>
            </a:r>
            <a:r>
              <a:rPr lang="zh-CN" altLang="en-US" sz="2000" dirty="0"/>
              <a:t>卫星影像数据，数据已经过预处理（几何校正、裁剪等）。数据说明见下表。</a:t>
            </a:r>
          </a:p>
        </p:txBody>
      </p:sp>
      <p:sp>
        <p:nvSpPr>
          <p:cNvPr id="5" name="文本框 4"/>
          <p:cNvSpPr txBox="1"/>
          <p:nvPr/>
        </p:nvSpPr>
        <p:spPr>
          <a:xfrm>
            <a:off x="1159643" y="4225413"/>
            <a:ext cx="9711814" cy="1015663"/>
          </a:xfrm>
          <a:prstGeom prst="rect">
            <a:avLst/>
          </a:prstGeom>
          <a:noFill/>
        </p:spPr>
        <p:txBody>
          <a:bodyPr wrap="square" rtlCol="0">
            <a:spAutoFit/>
          </a:bodyPr>
          <a:lstStyle/>
          <a:p>
            <a:r>
              <a:rPr lang="zh-CN" altLang="en-US" dirty="0"/>
              <a:t>      </a:t>
            </a:r>
            <a:r>
              <a:rPr lang="zh-CN" altLang="en-US" sz="2000" dirty="0"/>
              <a:t>其中</a:t>
            </a:r>
            <a:r>
              <a:rPr lang="en-US" altLang="zh-CN" sz="2000" dirty="0"/>
              <a:t>, MODIS</a:t>
            </a:r>
            <a:r>
              <a:rPr lang="zh-CN" altLang="en-US" sz="2000" dirty="0"/>
              <a:t>波段</a:t>
            </a:r>
            <a:r>
              <a:rPr lang="en-US" altLang="zh-CN" sz="2000" dirty="0"/>
              <a:t>1-4</a:t>
            </a:r>
            <a:r>
              <a:rPr lang="zh-CN" altLang="en-US" sz="2000" dirty="0"/>
              <a:t>依次为红光、近红外、蓝光、绿光波段，利用波段</a:t>
            </a:r>
            <a:r>
              <a:rPr lang="en-US" altLang="zh-CN" sz="2000" dirty="0"/>
              <a:t>1-4-3</a:t>
            </a:r>
            <a:r>
              <a:rPr lang="zh-CN" altLang="en-US" sz="2000" dirty="0"/>
              <a:t>组合可合成真彩色图像；波段</a:t>
            </a:r>
            <a:r>
              <a:rPr lang="en-US" altLang="zh-CN" sz="2000" dirty="0"/>
              <a:t>1-2</a:t>
            </a:r>
            <a:r>
              <a:rPr lang="zh-CN" altLang="en-US" sz="2000" dirty="0"/>
              <a:t>可以得到</a:t>
            </a:r>
            <a:r>
              <a:rPr lang="en-US" altLang="zh-CN" sz="2000" dirty="0"/>
              <a:t>NDVI</a:t>
            </a:r>
            <a:r>
              <a:rPr lang="zh-CN" altLang="en-US" sz="2000" dirty="0"/>
              <a:t>；波段</a:t>
            </a:r>
            <a:r>
              <a:rPr lang="en-US" altLang="zh-CN" sz="2000" dirty="0"/>
              <a:t>31-32</a:t>
            </a:r>
            <a:r>
              <a:rPr lang="zh-CN" altLang="en-US" sz="2000" dirty="0"/>
              <a:t>的辐射亮度和发射率数据可以利用分裂窗技术反演得到地表温度。</a:t>
            </a:r>
          </a:p>
        </p:txBody>
      </p:sp>
    </p:spTree>
    <p:custDataLst>
      <p:tags r:id="rId1"/>
    </p:custDataLst>
    <p:extLst>
      <p:ext uri="{BB962C8B-B14F-4D97-AF65-F5344CB8AC3E}">
        <p14:creationId xmlns:p14="http://schemas.microsoft.com/office/powerpoint/2010/main" val="158837370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656592" y="775971"/>
            <a:ext cx="10939145" cy="76200"/>
          </a:xfrm>
          <a:prstGeom prst="rect">
            <a:avLst/>
          </a:prstGeom>
          <a:solidFill>
            <a:srgbClr val="03532A">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Arial"/>
              <a:ea typeface="微软雅黑"/>
              <a:cs typeface="+mn-cs"/>
            </a:endParaRPr>
          </a:p>
        </p:txBody>
      </p:sp>
      <p:sp>
        <p:nvSpPr>
          <p:cNvPr id="10" name="文本框 9">
            <a:extLst>
              <a:ext uri="{FF2B5EF4-FFF2-40B4-BE49-F238E27FC236}">
                <a16:creationId xmlns:a16="http://schemas.microsoft.com/office/drawing/2014/main" id="{B2DA5A1B-D080-4437-819D-1C789EE80ECD}"/>
              </a:ext>
            </a:extLst>
          </p:cNvPr>
          <p:cNvSpPr txBox="1"/>
          <p:nvPr/>
        </p:nvSpPr>
        <p:spPr>
          <a:xfrm>
            <a:off x="656592" y="270860"/>
            <a:ext cx="11770175" cy="523220"/>
          </a:xfrm>
          <a:prstGeom prst="rect">
            <a:avLst/>
          </a:prstGeom>
          <a:noFill/>
        </p:spPr>
        <p:txBody>
          <a:bodyPr wrap="square" rtlCol="0">
            <a:spAutoFit/>
          </a:bodyPr>
          <a:lstStyle/>
          <a:p>
            <a:pPr lvl="0">
              <a:defRPr/>
            </a:pPr>
            <a:r>
              <a:rPr lang="zh-CN" altLang="en-US" sz="2800" b="1" dirty="0">
                <a:solidFill>
                  <a:prstClr val="black"/>
                </a:solidFill>
                <a:latin typeface="微软雅黑" panose="020B0503020204020204" pitchFamily="34" charset="-122"/>
                <a:ea typeface="微软雅黑" panose="020B0503020204020204" pitchFamily="34" charset="-122"/>
              </a:rPr>
              <a:t>实验步骤</a:t>
            </a:r>
            <a:endParaRPr kumimoji="0" lang="zh-CN" altLang="en-US" sz="28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2" name="文本框 1"/>
          <p:cNvSpPr txBox="1"/>
          <p:nvPr/>
        </p:nvSpPr>
        <p:spPr>
          <a:xfrm>
            <a:off x="1378973" y="995517"/>
            <a:ext cx="9697066" cy="5632311"/>
          </a:xfrm>
          <a:prstGeom prst="rect">
            <a:avLst/>
          </a:prstGeom>
          <a:noFill/>
        </p:spPr>
        <p:txBody>
          <a:bodyPr wrap="square" rtlCol="0">
            <a:spAutoFit/>
          </a:bodyPr>
          <a:lstStyle/>
          <a:p>
            <a:r>
              <a:rPr lang="zh-CN" altLang="en-US" sz="2000" dirty="0">
                <a:solidFill>
                  <a:srgbClr val="7030A0"/>
                </a:solidFill>
              </a:rPr>
              <a:t>一、计算</a:t>
            </a:r>
            <a:r>
              <a:rPr lang="en-US" altLang="zh-CN" sz="2000" dirty="0">
                <a:solidFill>
                  <a:srgbClr val="7030A0"/>
                </a:solidFill>
              </a:rPr>
              <a:t>NDVI</a:t>
            </a:r>
            <a:r>
              <a:rPr lang="zh-CN" altLang="en-US" sz="2000" dirty="0">
                <a:solidFill>
                  <a:srgbClr val="7030A0"/>
                </a:solidFill>
              </a:rPr>
              <a:t>。</a:t>
            </a:r>
            <a:endParaRPr lang="en-US" altLang="zh-CN" sz="2000" dirty="0">
              <a:solidFill>
                <a:srgbClr val="7030A0"/>
              </a:solidFill>
            </a:endParaRPr>
          </a:p>
          <a:p>
            <a:r>
              <a:rPr lang="en-US" altLang="zh-CN" sz="2000" dirty="0"/>
              <a:t>       </a:t>
            </a:r>
            <a:r>
              <a:rPr lang="zh-CN" altLang="en-US" sz="2000" dirty="0"/>
              <a:t>利用所给的文件</a:t>
            </a:r>
            <a:r>
              <a:rPr lang="en-US" altLang="zh-CN" sz="2000" dirty="0"/>
              <a:t>1</a:t>
            </a:r>
            <a:r>
              <a:rPr lang="zh-CN" altLang="en-US" sz="2000" dirty="0"/>
              <a:t>结合</a:t>
            </a:r>
            <a:r>
              <a:rPr lang="en-US" altLang="zh-CN" sz="2000" dirty="0"/>
              <a:t>NDVI</a:t>
            </a:r>
            <a:r>
              <a:rPr lang="zh-CN" altLang="en-US" sz="2000" dirty="0"/>
              <a:t>计算公式计算得到该地区的</a:t>
            </a:r>
            <a:r>
              <a:rPr lang="en-US" altLang="zh-CN" sz="2000" dirty="0"/>
              <a:t>NDVI</a:t>
            </a:r>
            <a:r>
              <a:rPr lang="zh-CN" altLang="en-US" sz="2000" dirty="0"/>
              <a:t>数据；</a:t>
            </a:r>
            <a:endParaRPr lang="en-US" altLang="zh-CN" sz="2000" dirty="0"/>
          </a:p>
          <a:p>
            <a:endParaRPr lang="en-US" altLang="zh-CN" sz="2000" dirty="0"/>
          </a:p>
          <a:p>
            <a:r>
              <a:rPr lang="zh-CN" altLang="en-US" sz="2000" dirty="0">
                <a:solidFill>
                  <a:srgbClr val="7030A0"/>
                </a:solidFill>
              </a:rPr>
              <a:t>二、计算</a:t>
            </a:r>
            <a:r>
              <a:rPr lang="en-US" altLang="zh-CN" sz="2000" dirty="0">
                <a:solidFill>
                  <a:srgbClr val="7030A0"/>
                </a:solidFill>
              </a:rPr>
              <a:t>LST</a:t>
            </a:r>
            <a:r>
              <a:rPr lang="zh-CN" altLang="en-US" sz="2000" dirty="0">
                <a:solidFill>
                  <a:srgbClr val="7030A0"/>
                </a:solidFill>
              </a:rPr>
              <a:t>。</a:t>
            </a:r>
            <a:endParaRPr lang="en-US" altLang="zh-CN" sz="2000" dirty="0">
              <a:solidFill>
                <a:srgbClr val="7030A0"/>
              </a:solidFill>
            </a:endParaRPr>
          </a:p>
          <a:p>
            <a:r>
              <a:rPr lang="en-US" altLang="zh-CN" sz="2000" dirty="0"/>
              <a:t>        </a:t>
            </a:r>
            <a:r>
              <a:rPr lang="zh-CN" altLang="en-US" sz="2000" dirty="0"/>
              <a:t>利用所给的文件</a:t>
            </a:r>
            <a:r>
              <a:rPr lang="en-US" altLang="zh-CN" sz="2000" dirty="0"/>
              <a:t>2</a:t>
            </a:r>
            <a:r>
              <a:rPr lang="zh-CN" altLang="en-US" sz="2000" dirty="0"/>
              <a:t>和文件</a:t>
            </a:r>
            <a:r>
              <a:rPr lang="en-US" altLang="zh-CN" sz="2000" dirty="0"/>
              <a:t>3</a:t>
            </a:r>
            <a:r>
              <a:rPr lang="zh-CN" altLang="en-US" sz="2000" dirty="0"/>
              <a:t>结合分裂窗技术反演该地区的地表温度。反演地表温度时，先利用黑体辐射的普朗克函数反函数将文件</a:t>
            </a:r>
            <a:r>
              <a:rPr lang="en-US" altLang="zh-CN" sz="2000" dirty="0"/>
              <a:t>2</a:t>
            </a:r>
            <a:r>
              <a:rPr lang="zh-CN" altLang="en-US" sz="2000" dirty="0"/>
              <a:t>由辐射亮度转为亮温，然后利用</a:t>
            </a:r>
            <a:r>
              <a:rPr lang="zh-CN" altLang="en-US" sz="2000" dirty="0">
                <a:solidFill>
                  <a:srgbClr val="FF0000"/>
                </a:solidFill>
                <a:highlight>
                  <a:srgbClr val="FFFF00"/>
                </a:highlight>
              </a:rPr>
              <a:t>实验四</a:t>
            </a:r>
            <a:r>
              <a:rPr lang="zh-CN" altLang="en-US" sz="2000" dirty="0"/>
              <a:t>中得到的分裂窗公式系数及发射率文件</a:t>
            </a:r>
            <a:r>
              <a:rPr lang="en-US" altLang="zh-CN" sz="2000" dirty="0"/>
              <a:t>3</a:t>
            </a:r>
            <a:r>
              <a:rPr lang="zh-CN" altLang="en-US" sz="2000" dirty="0"/>
              <a:t>计算得到地表温度；</a:t>
            </a:r>
            <a:endParaRPr lang="en-US" altLang="zh-CN" sz="2000" dirty="0"/>
          </a:p>
          <a:p>
            <a:endParaRPr lang="en-US" altLang="zh-CN" sz="2000" dirty="0"/>
          </a:p>
          <a:p>
            <a:r>
              <a:rPr lang="zh-CN" altLang="en-US" sz="2000" dirty="0">
                <a:solidFill>
                  <a:srgbClr val="7030A0"/>
                </a:solidFill>
              </a:rPr>
              <a:t>三、拟合干边和湿边方程，并计算</a:t>
            </a:r>
            <a:r>
              <a:rPr lang="en-US" altLang="zh-CN" sz="2000" dirty="0">
                <a:solidFill>
                  <a:srgbClr val="7030A0"/>
                </a:solidFill>
              </a:rPr>
              <a:t>TVDI</a:t>
            </a:r>
            <a:r>
              <a:rPr lang="zh-CN" altLang="en-US" sz="2000" dirty="0">
                <a:solidFill>
                  <a:srgbClr val="7030A0"/>
                </a:solidFill>
              </a:rPr>
              <a:t>。</a:t>
            </a:r>
            <a:endParaRPr lang="en-US" altLang="zh-CN" sz="2000" dirty="0">
              <a:solidFill>
                <a:srgbClr val="7030A0"/>
              </a:solidFill>
            </a:endParaRPr>
          </a:p>
          <a:p>
            <a:r>
              <a:rPr lang="en-US" altLang="zh-CN" sz="2000" dirty="0"/>
              <a:t>       </a:t>
            </a:r>
            <a:r>
              <a:rPr lang="zh-CN" altLang="en-US" sz="2000" dirty="0"/>
              <a:t>利用第一和第二步得到的</a:t>
            </a:r>
            <a:r>
              <a:rPr lang="en-US" altLang="zh-CN" sz="2000" dirty="0"/>
              <a:t>NDVI</a:t>
            </a:r>
            <a:r>
              <a:rPr lang="zh-CN" altLang="en-US" sz="2000" dirty="0"/>
              <a:t>和</a:t>
            </a:r>
            <a:r>
              <a:rPr lang="en-US" altLang="zh-CN" sz="2000" dirty="0"/>
              <a:t>LST</a:t>
            </a:r>
            <a:r>
              <a:rPr lang="zh-CN" altLang="en-US" sz="2000" dirty="0"/>
              <a:t>和</a:t>
            </a:r>
            <a:r>
              <a:rPr lang="en-US" altLang="zh-CN" sz="2000" dirty="0"/>
              <a:t>TVDI</a:t>
            </a:r>
            <a:r>
              <a:rPr lang="zh-CN" altLang="en-US" sz="2000" dirty="0"/>
              <a:t>计算公式，计算得到</a:t>
            </a:r>
            <a:r>
              <a:rPr lang="en-US" altLang="zh-CN" sz="2000" dirty="0"/>
              <a:t>TVDI</a:t>
            </a:r>
            <a:r>
              <a:rPr lang="zh-CN" altLang="en-US" sz="2000" dirty="0"/>
              <a:t>数据。一种可行的计算方式是对</a:t>
            </a:r>
            <a:r>
              <a:rPr lang="en-US" altLang="zh-CN" sz="2000" dirty="0"/>
              <a:t>NDVI</a:t>
            </a:r>
            <a:r>
              <a:rPr lang="zh-CN" altLang="en-US" sz="2000" dirty="0"/>
              <a:t>有效取值（植被和土壤的</a:t>
            </a:r>
            <a:r>
              <a:rPr lang="en-US" altLang="zh-CN" sz="2000" dirty="0"/>
              <a:t>NDVI</a:t>
            </a:r>
            <a:r>
              <a:rPr lang="zh-CN" altLang="en-US" sz="2000" dirty="0"/>
              <a:t>取值通常不小于</a:t>
            </a:r>
            <a:r>
              <a:rPr lang="en-US" altLang="zh-CN" sz="2000" dirty="0"/>
              <a:t>0</a:t>
            </a:r>
            <a:r>
              <a:rPr lang="zh-CN" altLang="en-US" sz="2000" dirty="0"/>
              <a:t>，可取</a:t>
            </a:r>
            <a:r>
              <a:rPr lang="en-US" altLang="zh-CN" sz="2000" dirty="0"/>
              <a:t>0-1</a:t>
            </a:r>
            <a:r>
              <a:rPr lang="zh-CN" altLang="en-US" sz="2000" dirty="0"/>
              <a:t>）划分为一定的区间（如</a:t>
            </a:r>
            <a:r>
              <a:rPr lang="en-US" altLang="zh-CN" sz="2000" dirty="0"/>
              <a:t>100</a:t>
            </a:r>
            <a:r>
              <a:rPr lang="zh-CN" altLang="en-US" sz="2000" dirty="0"/>
              <a:t>个区间），统计每个区间对应的</a:t>
            </a:r>
            <a:r>
              <a:rPr lang="en-US" altLang="zh-CN" sz="2000" dirty="0"/>
              <a:t>LST</a:t>
            </a:r>
            <a:r>
              <a:rPr lang="zh-CN" altLang="en-US" sz="2000" dirty="0"/>
              <a:t>的最小值和最大值，利用每个区间的中间点数值分别和</a:t>
            </a:r>
            <a:r>
              <a:rPr lang="en-US" altLang="zh-CN" sz="2000" dirty="0"/>
              <a:t>LST</a:t>
            </a:r>
            <a:r>
              <a:rPr lang="zh-CN" altLang="en-US" sz="2000" dirty="0"/>
              <a:t>最小值和最大值拟合湿边和干边线性方程，求出对应的拟合系数。一旦求出这些拟合系数，结合第二步获得</a:t>
            </a:r>
            <a:r>
              <a:rPr lang="en-US" altLang="zh-CN" sz="2000" dirty="0"/>
              <a:t>LST</a:t>
            </a:r>
            <a:r>
              <a:rPr lang="zh-CN" altLang="en-US" sz="2000" dirty="0"/>
              <a:t>数据和</a:t>
            </a:r>
            <a:r>
              <a:rPr lang="en-US" altLang="zh-CN" sz="2000" dirty="0"/>
              <a:t>TVDI</a:t>
            </a:r>
            <a:r>
              <a:rPr lang="zh-CN" altLang="en-US" sz="2000" dirty="0"/>
              <a:t>计算公式计算得到该地区的</a:t>
            </a:r>
            <a:r>
              <a:rPr lang="en-US" altLang="zh-CN" sz="2000" dirty="0"/>
              <a:t>TVDI</a:t>
            </a:r>
            <a:r>
              <a:rPr lang="zh-CN" altLang="en-US" sz="2000" dirty="0"/>
              <a:t>数据；</a:t>
            </a:r>
            <a:endParaRPr lang="en-US" altLang="zh-CN" sz="2000" dirty="0"/>
          </a:p>
          <a:p>
            <a:endParaRPr lang="en-US" altLang="zh-CN" sz="2000" dirty="0"/>
          </a:p>
          <a:p>
            <a:r>
              <a:rPr lang="zh-CN" altLang="en-US" sz="2000" dirty="0">
                <a:solidFill>
                  <a:srgbClr val="7030A0"/>
                </a:solidFill>
              </a:rPr>
              <a:t>四、评价。</a:t>
            </a:r>
            <a:endParaRPr lang="en-US" altLang="zh-CN" sz="2000" dirty="0">
              <a:solidFill>
                <a:srgbClr val="7030A0"/>
              </a:solidFill>
            </a:endParaRPr>
          </a:p>
          <a:p>
            <a:r>
              <a:rPr lang="en-US" altLang="zh-CN" sz="2000" dirty="0"/>
              <a:t>        </a:t>
            </a:r>
            <a:r>
              <a:rPr lang="zh-CN" altLang="en-US" sz="2000" dirty="0"/>
              <a:t>根据</a:t>
            </a:r>
            <a:r>
              <a:rPr lang="en-US" altLang="zh-CN" sz="2000" dirty="0"/>
              <a:t>TVDI</a:t>
            </a:r>
            <a:r>
              <a:rPr lang="zh-CN" altLang="en-US" sz="2000" dirty="0"/>
              <a:t>的取值范围，划分干旱等级，对该地区该时期干旱状况进行定性评价。</a:t>
            </a:r>
          </a:p>
        </p:txBody>
      </p:sp>
    </p:spTree>
    <p:custDataLst>
      <p:tags r:id="rId1"/>
    </p:custDataLst>
    <p:extLst>
      <p:ext uri="{BB962C8B-B14F-4D97-AF65-F5344CB8AC3E}">
        <p14:creationId xmlns:p14="http://schemas.microsoft.com/office/powerpoint/2010/main" val="259154053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656592" y="775971"/>
            <a:ext cx="10939145" cy="76200"/>
          </a:xfrm>
          <a:prstGeom prst="rect">
            <a:avLst/>
          </a:prstGeom>
          <a:solidFill>
            <a:srgbClr val="03532A">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Arial"/>
              <a:ea typeface="微软雅黑"/>
              <a:cs typeface="+mn-cs"/>
            </a:endParaRPr>
          </a:p>
        </p:txBody>
      </p:sp>
      <p:sp>
        <p:nvSpPr>
          <p:cNvPr id="10" name="文本框 9">
            <a:extLst>
              <a:ext uri="{FF2B5EF4-FFF2-40B4-BE49-F238E27FC236}">
                <a16:creationId xmlns:a16="http://schemas.microsoft.com/office/drawing/2014/main" id="{B2DA5A1B-D080-4437-819D-1C789EE80ECD}"/>
              </a:ext>
            </a:extLst>
          </p:cNvPr>
          <p:cNvSpPr txBox="1"/>
          <p:nvPr/>
        </p:nvSpPr>
        <p:spPr>
          <a:xfrm>
            <a:off x="656592" y="270860"/>
            <a:ext cx="11770175" cy="523220"/>
          </a:xfrm>
          <a:prstGeom prst="rect">
            <a:avLst/>
          </a:prstGeom>
          <a:noFill/>
        </p:spPr>
        <p:txBody>
          <a:bodyPr wrap="square" rtlCol="0">
            <a:spAutoFit/>
          </a:bodyPr>
          <a:lstStyle/>
          <a:p>
            <a:pPr lvl="0">
              <a:defRPr/>
            </a:pPr>
            <a:r>
              <a:rPr lang="zh-CN" altLang="en-US" sz="2800" b="1" dirty="0">
                <a:solidFill>
                  <a:prstClr val="black"/>
                </a:solidFill>
                <a:latin typeface="微软雅黑" panose="020B0503020204020204" pitchFamily="34" charset="-122"/>
                <a:ea typeface="微软雅黑" panose="020B0503020204020204" pitchFamily="34" charset="-122"/>
              </a:rPr>
              <a:t>实验步骤</a:t>
            </a:r>
            <a:endParaRPr kumimoji="0" lang="zh-CN" altLang="en-US" sz="28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mc:AlternateContent xmlns:mc="http://schemas.openxmlformats.org/markup-compatibility/2006" xmlns:a14="http://schemas.microsoft.com/office/drawing/2010/main">
        <mc:Choice Requires="a14">
          <p:sp>
            <p:nvSpPr>
              <p:cNvPr id="2" name="文本框 1"/>
              <p:cNvSpPr txBox="1"/>
              <p:nvPr/>
            </p:nvSpPr>
            <p:spPr>
              <a:xfrm>
                <a:off x="1378973" y="995517"/>
                <a:ext cx="9697066" cy="1618392"/>
              </a:xfrm>
              <a:prstGeom prst="rect">
                <a:avLst/>
              </a:prstGeom>
              <a:noFill/>
            </p:spPr>
            <p:txBody>
              <a:bodyPr wrap="square" rtlCol="0">
                <a:spAutoFit/>
              </a:bodyPr>
              <a:lstStyle/>
              <a:p>
                <a:r>
                  <a:rPr lang="zh-CN" altLang="en-US" sz="2000" dirty="0">
                    <a:solidFill>
                      <a:srgbClr val="7030A0"/>
                    </a:solidFill>
                  </a:rPr>
                  <a:t>一、计算</a:t>
                </a:r>
                <a:r>
                  <a:rPr lang="en-US" altLang="zh-CN" sz="2000" dirty="0">
                    <a:solidFill>
                      <a:srgbClr val="7030A0"/>
                    </a:solidFill>
                  </a:rPr>
                  <a:t>NDVI</a:t>
                </a:r>
                <a:r>
                  <a:rPr lang="zh-CN" altLang="en-US" sz="2000" dirty="0">
                    <a:solidFill>
                      <a:srgbClr val="7030A0"/>
                    </a:solidFill>
                  </a:rPr>
                  <a:t>。</a:t>
                </a:r>
                <a:endParaRPr lang="en-US" altLang="zh-CN" sz="2000" dirty="0">
                  <a:solidFill>
                    <a:srgbClr val="7030A0"/>
                  </a:solidFill>
                </a:endParaRPr>
              </a:p>
              <a:p>
                <a:r>
                  <a:rPr lang="en-US" altLang="zh-CN" sz="2000" dirty="0"/>
                  <a:t>       </a:t>
                </a:r>
                <a:r>
                  <a:rPr lang="zh-CN" altLang="en-US" sz="2000" dirty="0"/>
                  <a:t>利用所给的文件</a:t>
                </a:r>
                <a:r>
                  <a:rPr lang="en-US" altLang="zh-CN" sz="2000" dirty="0"/>
                  <a:t>1</a:t>
                </a:r>
                <a:r>
                  <a:rPr lang="zh-CN" altLang="en-US" sz="2000" dirty="0"/>
                  <a:t>结合</a:t>
                </a:r>
                <a:r>
                  <a:rPr lang="en-US" altLang="zh-CN" sz="2000" dirty="0"/>
                  <a:t>NDVI</a:t>
                </a:r>
                <a:r>
                  <a:rPr lang="zh-CN" altLang="en-US" sz="2000" dirty="0"/>
                  <a:t>计算公式计算得到该地区的</a:t>
                </a:r>
                <a:r>
                  <a:rPr lang="en-US" altLang="zh-CN" sz="2000" dirty="0"/>
                  <a:t>NDVI</a:t>
                </a:r>
                <a:r>
                  <a:rPr lang="zh-CN" altLang="en-US" sz="2000" dirty="0"/>
                  <a:t>数据；</a:t>
                </a:r>
                <a:endParaRPr lang="en-US" altLang="zh-CN" sz="2000" dirty="0"/>
              </a:p>
              <a:p>
                <a:endParaRPr lang="en-US" altLang="zh-CN" sz="2000" dirty="0"/>
              </a:p>
              <a:p>
                <a:pPr/>
                <a14:m>
                  <m:oMathPara xmlns:m="http://schemas.openxmlformats.org/officeDocument/2006/math">
                    <m:oMathParaPr>
                      <m:jc m:val="centerGroup"/>
                    </m:oMathParaPr>
                    <m:oMath xmlns:m="http://schemas.openxmlformats.org/officeDocument/2006/math">
                      <m:r>
                        <a:rPr lang="en-US" altLang="zh-CN" sz="2000" b="0" i="1" smtClean="0">
                          <a:latin typeface="Cambria Math" panose="02040503050406030204" pitchFamily="18" charset="0"/>
                        </a:rPr>
                        <m:t>𝑁𝐷𝑉𝐼</m:t>
                      </m:r>
                      <m:r>
                        <a:rPr lang="en-US" altLang="zh-CN" sz="2000" b="0" i="1" smtClean="0">
                          <a:latin typeface="Cambria Math" panose="02040503050406030204" pitchFamily="18" charset="0"/>
                        </a:rPr>
                        <m:t>= </m:t>
                      </m:r>
                      <m:f>
                        <m:fPr>
                          <m:ctrlPr>
                            <a:rPr lang="en-US" altLang="zh-CN" sz="2000" b="0" i="1" smtClean="0">
                              <a:latin typeface="Cambria Math" panose="02040503050406030204" pitchFamily="18" charset="0"/>
                            </a:rPr>
                          </m:ctrlPr>
                        </m:fPr>
                        <m:num>
                          <m:r>
                            <a:rPr lang="en-US" altLang="zh-CN" sz="2000" b="0" i="1" smtClean="0">
                              <a:latin typeface="Cambria Math" panose="02040503050406030204" pitchFamily="18" charset="0"/>
                            </a:rPr>
                            <m:t>𝑁𝐼𝑅</m:t>
                          </m:r>
                          <m:r>
                            <a:rPr lang="en-US" altLang="zh-CN" sz="2000" b="0" i="1" smtClean="0">
                              <a:latin typeface="Cambria Math" panose="02040503050406030204" pitchFamily="18" charset="0"/>
                            </a:rPr>
                            <m:t> −</m:t>
                          </m:r>
                          <m:r>
                            <a:rPr lang="en-US" altLang="zh-CN" sz="2000" b="0" i="1" smtClean="0">
                              <a:latin typeface="Cambria Math" panose="02040503050406030204" pitchFamily="18" charset="0"/>
                            </a:rPr>
                            <m:t>𝑅𝐸𝐷</m:t>
                          </m:r>
                        </m:num>
                        <m:den>
                          <m:r>
                            <a:rPr lang="en-US" altLang="zh-CN" sz="2000" b="0" i="1" smtClean="0">
                              <a:latin typeface="Cambria Math" panose="02040503050406030204" pitchFamily="18" charset="0"/>
                            </a:rPr>
                            <m:t>𝑁𝐼𝑅</m:t>
                          </m:r>
                          <m:r>
                            <a:rPr lang="en-US" altLang="zh-CN" sz="2000" b="0" i="1" smtClean="0">
                              <a:latin typeface="Cambria Math" panose="02040503050406030204" pitchFamily="18" charset="0"/>
                            </a:rPr>
                            <m:t>+</m:t>
                          </m:r>
                          <m:r>
                            <a:rPr lang="en-US" altLang="zh-CN" sz="2000" b="0" i="1" smtClean="0">
                              <a:latin typeface="Cambria Math" panose="02040503050406030204" pitchFamily="18" charset="0"/>
                            </a:rPr>
                            <m:t>𝑅𝐸𝐷</m:t>
                          </m:r>
                        </m:den>
                      </m:f>
                    </m:oMath>
                  </m:oMathPara>
                </a14:m>
                <a:endParaRPr lang="en-US" altLang="zh-CN" sz="2000" dirty="0"/>
              </a:p>
            </p:txBody>
          </p:sp>
        </mc:Choice>
        <mc:Fallback xmlns="">
          <p:sp>
            <p:nvSpPr>
              <p:cNvPr id="2" name="文本框 1"/>
              <p:cNvSpPr txBox="1">
                <a:spLocks noRot="1" noChangeAspect="1" noMove="1" noResize="1" noEditPoints="1" noAdjustHandles="1" noChangeArrowheads="1" noChangeShapeType="1" noTextEdit="1"/>
              </p:cNvSpPr>
              <p:nvPr/>
            </p:nvSpPr>
            <p:spPr>
              <a:xfrm>
                <a:off x="1378973" y="995517"/>
                <a:ext cx="9697066" cy="1618392"/>
              </a:xfrm>
              <a:prstGeom prst="rect">
                <a:avLst/>
              </a:prstGeom>
              <a:blipFill>
                <a:blip r:embed="rId4"/>
                <a:stretch>
                  <a:fillRect l="-629" t="-1880"/>
                </a:stretch>
              </a:blipFill>
            </p:spPr>
            <p:txBody>
              <a:bodyPr/>
              <a:lstStyle/>
              <a:p>
                <a:r>
                  <a:rPr lang="zh-CN" altLang="en-US">
                    <a:noFill/>
                  </a:rPr>
                  <a:t> </a:t>
                </a:r>
              </a:p>
            </p:txBody>
          </p:sp>
        </mc:Fallback>
      </mc:AlternateContent>
    </p:spTree>
    <p:custDataLst>
      <p:tags r:id="rId1"/>
    </p:custDataLst>
    <p:extLst>
      <p:ext uri="{BB962C8B-B14F-4D97-AF65-F5344CB8AC3E}">
        <p14:creationId xmlns:p14="http://schemas.microsoft.com/office/powerpoint/2010/main" val="75582883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656592" y="775971"/>
            <a:ext cx="10939145" cy="76200"/>
          </a:xfrm>
          <a:prstGeom prst="rect">
            <a:avLst/>
          </a:prstGeom>
          <a:solidFill>
            <a:srgbClr val="03532A">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Arial"/>
              <a:ea typeface="微软雅黑"/>
              <a:cs typeface="+mn-cs"/>
            </a:endParaRPr>
          </a:p>
        </p:txBody>
      </p:sp>
      <p:sp>
        <p:nvSpPr>
          <p:cNvPr id="10" name="文本框 9">
            <a:extLst>
              <a:ext uri="{FF2B5EF4-FFF2-40B4-BE49-F238E27FC236}">
                <a16:creationId xmlns:a16="http://schemas.microsoft.com/office/drawing/2014/main" id="{B2DA5A1B-D080-4437-819D-1C789EE80ECD}"/>
              </a:ext>
            </a:extLst>
          </p:cNvPr>
          <p:cNvSpPr txBox="1"/>
          <p:nvPr/>
        </p:nvSpPr>
        <p:spPr>
          <a:xfrm>
            <a:off x="656592" y="270860"/>
            <a:ext cx="11770175" cy="523220"/>
          </a:xfrm>
          <a:prstGeom prst="rect">
            <a:avLst/>
          </a:prstGeom>
          <a:noFill/>
        </p:spPr>
        <p:txBody>
          <a:bodyPr wrap="square" rtlCol="0">
            <a:spAutoFit/>
          </a:bodyPr>
          <a:lstStyle/>
          <a:p>
            <a:pPr lvl="0">
              <a:defRPr/>
            </a:pPr>
            <a:r>
              <a:rPr lang="zh-CN" altLang="en-US" sz="2800" b="1" dirty="0">
                <a:solidFill>
                  <a:prstClr val="black"/>
                </a:solidFill>
                <a:latin typeface="微软雅黑" panose="020B0503020204020204" pitchFamily="34" charset="-122"/>
                <a:ea typeface="微软雅黑" panose="020B0503020204020204" pitchFamily="34" charset="-122"/>
              </a:rPr>
              <a:t>实验步骤</a:t>
            </a:r>
            <a:endParaRPr kumimoji="0" lang="zh-CN" altLang="en-US" sz="28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6" name="文本框 5">
            <a:extLst>
              <a:ext uri="{FF2B5EF4-FFF2-40B4-BE49-F238E27FC236}">
                <a16:creationId xmlns:a16="http://schemas.microsoft.com/office/drawing/2014/main" id="{F5FFAF87-21CB-A71A-9B05-BF150539463B}"/>
              </a:ext>
            </a:extLst>
          </p:cNvPr>
          <p:cNvSpPr txBox="1"/>
          <p:nvPr/>
        </p:nvSpPr>
        <p:spPr>
          <a:xfrm>
            <a:off x="1378973" y="1016030"/>
            <a:ext cx="9697066" cy="1704954"/>
          </a:xfrm>
          <a:prstGeom prst="rect">
            <a:avLst/>
          </a:prstGeom>
          <a:noFill/>
        </p:spPr>
        <p:txBody>
          <a:bodyPr wrap="square">
            <a:spAutoFit/>
          </a:bodyPr>
          <a:lstStyle/>
          <a:p>
            <a:pPr>
              <a:lnSpc>
                <a:spcPct val="150000"/>
              </a:lnSpc>
            </a:pPr>
            <a:r>
              <a:rPr lang="zh-CN" altLang="en-US" sz="1800" dirty="0">
                <a:solidFill>
                  <a:srgbClr val="7030A0"/>
                </a:solidFill>
              </a:rPr>
              <a:t>二、计算</a:t>
            </a:r>
            <a:r>
              <a:rPr lang="en-US" altLang="zh-CN" sz="1800" dirty="0">
                <a:solidFill>
                  <a:srgbClr val="7030A0"/>
                </a:solidFill>
              </a:rPr>
              <a:t>LST</a:t>
            </a:r>
            <a:r>
              <a:rPr lang="zh-CN" altLang="en-US" sz="1800" dirty="0">
                <a:solidFill>
                  <a:srgbClr val="7030A0"/>
                </a:solidFill>
              </a:rPr>
              <a:t>。</a:t>
            </a:r>
            <a:endParaRPr lang="en-US" altLang="zh-CN" sz="1800" dirty="0">
              <a:solidFill>
                <a:srgbClr val="7030A0"/>
              </a:solidFill>
            </a:endParaRPr>
          </a:p>
          <a:p>
            <a:pPr>
              <a:lnSpc>
                <a:spcPct val="150000"/>
              </a:lnSpc>
            </a:pPr>
            <a:r>
              <a:rPr lang="en-US" altLang="zh-CN" sz="1800" dirty="0"/>
              <a:t>        </a:t>
            </a:r>
            <a:r>
              <a:rPr lang="zh-CN" altLang="en-US" sz="1800" dirty="0"/>
              <a:t>利用所给的文件</a:t>
            </a:r>
            <a:r>
              <a:rPr lang="en-US" altLang="zh-CN" sz="1800" dirty="0"/>
              <a:t>2</a:t>
            </a:r>
            <a:r>
              <a:rPr lang="zh-CN" altLang="en-US" sz="1800" dirty="0"/>
              <a:t>和文件</a:t>
            </a:r>
            <a:r>
              <a:rPr lang="en-US" altLang="zh-CN" sz="1800" dirty="0"/>
              <a:t>3</a:t>
            </a:r>
            <a:r>
              <a:rPr lang="zh-CN" altLang="en-US" sz="1800" dirty="0"/>
              <a:t>结合分裂窗技术反演该地区的地表温度。反演地表温度时，先利用黑体辐射的普朗克函数反函数将文件</a:t>
            </a:r>
            <a:r>
              <a:rPr lang="en-US" altLang="zh-CN" sz="1800" dirty="0"/>
              <a:t>2</a:t>
            </a:r>
            <a:r>
              <a:rPr lang="zh-CN" altLang="en-US" sz="1800" dirty="0"/>
              <a:t>由辐射亮度转为</a:t>
            </a:r>
            <a:r>
              <a:rPr lang="zh-CN" altLang="en-US" sz="1800" dirty="0">
                <a:solidFill>
                  <a:srgbClr val="7030A0"/>
                </a:solidFill>
              </a:rPr>
              <a:t>亮温</a:t>
            </a:r>
            <a:r>
              <a:rPr lang="zh-CN" altLang="en-US" sz="1800" dirty="0"/>
              <a:t>，然后利用</a:t>
            </a:r>
            <a:r>
              <a:rPr lang="zh-CN" altLang="en-US" sz="1800" dirty="0">
                <a:solidFill>
                  <a:srgbClr val="FF0000"/>
                </a:solidFill>
                <a:highlight>
                  <a:srgbClr val="FFFF00"/>
                </a:highlight>
              </a:rPr>
              <a:t>实验四</a:t>
            </a:r>
            <a:r>
              <a:rPr lang="zh-CN" altLang="en-US" sz="1800" dirty="0"/>
              <a:t>中得到的分裂窗公式系数及发射率文件</a:t>
            </a:r>
            <a:r>
              <a:rPr lang="en-US" altLang="zh-CN" sz="1800" dirty="0"/>
              <a:t>3</a:t>
            </a:r>
            <a:r>
              <a:rPr lang="zh-CN" altLang="en-US" sz="1800" dirty="0"/>
              <a:t>计算得到</a:t>
            </a:r>
            <a:r>
              <a:rPr lang="zh-CN" altLang="en-US" sz="1800" dirty="0">
                <a:solidFill>
                  <a:srgbClr val="7030A0"/>
                </a:solidFill>
              </a:rPr>
              <a:t>地表温度</a:t>
            </a:r>
            <a:r>
              <a:rPr lang="zh-CN" altLang="en-US" sz="1800" dirty="0"/>
              <a:t>；</a:t>
            </a:r>
            <a:endParaRPr lang="en-US" altLang="zh-CN" sz="1800" dirty="0"/>
          </a:p>
        </p:txBody>
      </p:sp>
      <p:graphicFrame>
        <p:nvGraphicFramePr>
          <p:cNvPr id="19" name="对象 18">
            <a:extLst>
              <a:ext uri="{FF2B5EF4-FFF2-40B4-BE49-F238E27FC236}">
                <a16:creationId xmlns:a16="http://schemas.microsoft.com/office/drawing/2014/main" id="{8A9FD050-1446-E734-51FA-C9A995A1797B}"/>
              </a:ext>
            </a:extLst>
          </p:cNvPr>
          <p:cNvGraphicFramePr>
            <a:graphicFrameLocks noChangeAspect="1"/>
          </p:cNvGraphicFramePr>
          <p:nvPr>
            <p:extLst>
              <p:ext uri="{D42A27DB-BD31-4B8C-83A1-F6EECF244321}">
                <p14:modId xmlns:p14="http://schemas.microsoft.com/office/powerpoint/2010/main" val="463395211"/>
              </p:ext>
            </p:extLst>
          </p:nvPr>
        </p:nvGraphicFramePr>
        <p:xfrm>
          <a:off x="4742656" y="2884843"/>
          <a:ext cx="2706688" cy="1009650"/>
        </p:xfrm>
        <a:graphic>
          <a:graphicData uri="http://schemas.openxmlformats.org/presentationml/2006/ole">
            <mc:AlternateContent xmlns:mc="http://schemas.openxmlformats.org/markup-compatibility/2006">
              <mc:Choice xmlns:v="urn:schemas-microsoft-com:vml" Requires="v">
                <p:oleObj spid="_x0000_s2071" name="Equation" r:id="rId5" imgW="1904760" imgH="711000" progId="Equation.DSMT4">
                  <p:embed/>
                </p:oleObj>
              </mc:Choice>
              <mc:Fallback>
                <p:oleObj name="Equation" r:id="rId5" imgW="1904760" imgH="711000" progId="Equation.DSMT4">
                  <p:embed/>
                  <p:pic>
                    <p:nvPicPr>
                      <p:cNvPr id="5" name="对象 4">
                        <a:extLst>
                          <a:ext uri="{FF2B5EF4-FFF2-40B4-BE49-F238E27FC236}">
                            <a16:creationId xmlns:a16="http://schemas.microsoft.com/office/drawing/2014/main" id="{F073C35D-0206-478C-9E1C-7C14B864C519}"/>
                          </a:ext>
                        </a:extLst>
                      </p:cNvPr>
                      <p:cNvPicPr/>
                      <p:nvPr/>
                    </p:nvPicPr>
                    <p:blipFill>
                      <a:blip r:embed="rId6"/>
                      <a:stretch>
                        <a:fillRect/>
                      </a:stretch>
                    </p:blipFill>
                    <p:spPr>
                      <a:xfrm>
                        <a:off x="4742656" y="2884843"/>
                        <a:ext cx="2706688" cy="1009650"/>
                      </a:xfrm>
                      <a:prstGeom prst="rect">
                        <a:avLst/>
                      </a:prstGeom>
                    </p:spPr>
                  </p:pic>
                </p:oleObj>
              </mc:Fallback>
            </mc:AlternateContent>
          </a:graphicData>
        </a:graphic>
      </p:graphicFrame>
      <p:sp>
        <p:nvSpPr>
          <p:cNvPr id="20" name="矩形 19">
            <a:extLst>
              <a:ext uri="{FF2B5EF4-FFF2-40B4-BE49-F238E27FC236}">
                <a16:creationId xmlns:a16="http://schemas.microsoft.com/office/drawing/2014/main" id="{DD484C7D-70FF-FF89-8057-5BAFDDFC7C8F}"/>
              </a:ext>
            </a:extLst>
          </p:cNvPr>
          <p:cNvSpPr/>
          <p:nvPr/>
        </p:nvSpPr>
        <p:spPr>
          <a:xfrm>
            <a:off x="4336424" y="4137017"/>
            <a:ext cx="3953404" cy="954107"/>
          </a:xfrm>
          <a:prstGeom prst="rect">
            <a:avLst/>
          </a:prstGeom>
        </p:spPr>
        <p:txBody>
          <a:bodyPr wrap="square">
            <a:spAutoFit/>
          </a:bodyPr>
          <a:lstStyle/>
          <a:p>
            <a:r>
              <a:rPr lang="pt-BR" altLang="zh-CN" sz="1400" dirty="0">
                <a:solidFill>
                  <a:srgbClr val="000000"/>
                </a:solidFill>
                <a:latin typeface="Courier New" panose="02070309020205020404" pitchFamily="49" charset="0"/>
              </a:rPr>
              <a:t>  c = </a:t>
            </a:r>
            <a:r>
              <a:rPr lang="pt-BR" altLang="zh-CN" sz="1400" b="1" dirty="0">
                <a:solidFill>
                  <a:srgbClr val="7F7F00"/>
                </a:solidFill>
                <a:latin typeface="Courier New" panose="02070309020205020404" pitchFamily="49" charset="0"/>
              </a:rPr>
              <a:t>2.99792458e+8</a:t>
            </a:r>
            <a:r>
              <a:rPr lang="pt-BR" altLang="zh-CN" sz="1400" b="1" dirty="0">
                <a:solidFill>
                  <a:srgbClr val="408080"/>
                </a:solidFill>
                <a:latin typeface="Courier New" panose="02070309020205020404" pitchFamily="49" charset="0"/>
              </a:rPr>
              <a:t>;    % c [m/s]</a:t>
            </a:r>
          </a:p>
          <a:p>
            <a:r>
              <a:rPr lang="pt-BR" altLang="zh-CN" sz="1400" dirty="0">
                <a:solidFill>
                  <a:srgbClr val="000000"/>
                </a:solidFill>
                <a:latin typeface="Courier New" panose="02070309020205020404" pitchFamily="49" charset="0"/>
              </a:rPr>
              <a:t>  h = </a:t>
            </a:r>
            <a:r>
              <a:rPr lang="pt-BR" altLang="zh-CN" sz="1400" b="1" dirty="0">
                <a:solidFill>
                  <a:srgbClr val="7F7F00"/>
                </a:solidFill>
                <a:latin typeface="Courier New" panose="02070309020205020404" pitchFamily="49" charset="0"/>
              </a:rPr>
              <a:t>6.6260755e-34</a:t>
            </a:r>
            <a:r>
              <a:rPr lang="pt-BR" altLang="zh-CN" sz="1400" b="1" dirty="0">
                <a:solidFill>
                  <a:srgbClr val="408080"/>
                </a:solidFill>
                <a:latin typeface="Courier New" panose="02070309020205020404" pitchFamily="49" charset="0"/>
              </a:rPr>
              <a:t>;      % h [J*s]</a:t>
            </a:r>
          </a:p>
          <a:p>
            <a:r>
              <a:rPr lang="en-US" altLang="zh-CN" sz="1400" dirty="0">
                <a:solidFill>
                  <a:srgbClr val="000000"/>
                </a:solidFill>
                <a:latin typeface="Courier New" panose="02070309020205020404" pitchFamily="49" charset="0"/>
              </a:rPr>
              <a:t>  k = </a:t>
            </a:r>
            <a:r>
              <a:rPr lang="en-US" altLang="zh-CN" sz="1400" b="1" dirty="0">
                <a:solidFill>
                  <a:srgbClr val="7F7F00"/>
                </a:solidFill>
                <a:latin typeface="Courier New" panose="02070309020205020404" pitchFamily="49" charset="0"/>
              </a:rPr>
              <a:t>1.380658e-23</a:t>
            </a:r>
            <a:r>
              <a:rPr lang="en-US" altLang="zh-CN" sz="1400" b="1" dirty="0">
                <a:solidFill>
                  <a:srgbClr val="408080"/>
                </a:solidFill>
                <a:latin typeface="Courier New" panose="02070309020205020404" pitchFamily="49" charset="0"/>
              </a:rPr>
              <a:t>;   % k [J/K]</a:t>
            </a:r>
          </a:p>
          <a:p>
            <a:r>
              <a:rPr lang="en-US" altLang="zh-CN" sz="1400" dirty="0">
                <a:solidFill>
                  <a:srgbClr val="000000"/>
                </a:solidFill>
                <a:latin typeface="Courier New" panose="02070309020205020404" pitchFamily="49" charset="0"/>
              </a:rPr>
              <a:t>  π = </a:t>
            </a:r>
            <a:r>
              <a:rPr lang="en-US" altLang="zh-CN" sz="1400" b="1" dirty="0">
                <a:solidFill>
                  <a:srgbClr val="7F7F00"/>
                </a:solidFill>
                <a:latin typeface="Courier New" panose="02070309020205020404" pitchFamily="49" charset="0"/>
              </a:rPr>
              <a:t>3.141592653589793</a:t>
            </a:r>
            <a:r>
              <a:rPr lang="en-US" altLang="zh-CN" sz="1400" b="1" dirty="0">
                <a:solidFill>
                  <a:srgbClr val="408080"/>
                </a:solidFill>
                <a:latin typeface="Courier New" panose="02070309020205020404" pitchFamily="49" charset="0"/>
              </a:rPr>
              <a:t>;     %</a:t>
            </a:r>
          </a:p>
        </p:txBody>
      </p:sp>
      <p:sp>
        <p:nvSpPr>
          <p:cNvPr id="21" name="矩形 20">
            <a:extLst>
              <a:ext uri="{FF2B5EF4-FFF2-40B4-BE49-F238E27FC236}">
                <a16:creationId xmlns:a16="http://schemas.microsoft.com/office/drawing/2014/main" id="{26E075BC-6DEE-3A14-6BD4-9529EDB19F28}"/>
              </a:ext>
            </a:extLst>
          </p:cNvPr>
          <p:cNvSpPr/>
          <p:nvPr/>
        </p:nvSpPr>
        <p:spPr>
          <a:xfrm>
            <a:off x="4450108" y="5386129"/>
            <a:ext cx="4887935" cy="710964"/>
          </a:xfrm>
          <a:prstGeom prst="rect">
            <a:avLst/>
          </a:prstGeom>
          <a:noFill/>
        </p:spPr>
        <p:txBody>
          <a:bodyPr wrap="square">
            <a:spAutoFit/>
          </a:bodyPr>
          <a:lstStyle/>
          <a:p>
            <a:pPr>
              <a:lnSpc>
                <a:spcPct val="150000"/>
              </a:lnSpc>
            </a:pPr>
            <a:r>
              <a:rPr lang="en-US" altLang="zh-CN" sz="1400" b="1" dirty="0" err="1">
                <a:solidFill>
                  <a:srgbClr val="408080"/>
                </a:solidFill>
                <a:latin typeface="Courier New" panose="02070309020205020404" pitchFamily="49" charset="0"/>
              </a:rPr>
              <a:t>modis</a:t>
            </a:r>
            <a:r>
              <a:rPr lang="en-US" altLang="zh-CN" sz="1400" b="1" dirty="0">
                <a:solidFill>
                  <a:srgbClr val="408080"/>
                </a:solidFill>
                <a:latin typeface="Courier New" panose="02070309020205020404" pitchFamily="49" charset="0"/>
              </a:rPr>
              <a:t> aqua band31</a:t>
            </a:r>
            <a:r>
              <a:rPr lang="zh-CN" altLang="en-US" sz="1400" b="1" dirty="0">
                <a:solidFill>
                  <a:srgbClr val="408080"/>
                </a:solidFill>
                <a:latin typeface="Courier New" panose="02070309020205020404" pitchFamily="49" charset="0"/>
              </a:rPr>
              <a:t>、</a:t>
            </a:r>
            <a:r>
              <a:rPr lang="en-US" altLang="zh-CN" sz="1400" b="1" dirty="0">
                <a:solidFill>
                  <a:srgbClr val="408080"/>
                </a:solidFill>
                <a:latin typeface="Courier New" panose="02070309020205020404" pitchFamily="49" charset="0"/>
              </a:rPr>
              <a:t>band32</a:t>
            </a:r>
            <a:r>
              <a:rPr lang="zh-CN" altLang="en-US" sz="1400" b="1" dirty="0">
                <a:solidFill>
                  <a:srgbClr val="408080"/>
                </a:solidFill>
                <a:latin typeface="Courier New" panose="02070309020205020404" pitchFamily="49" charset="0"/>
              </a:rPr>
              <a:t>波段等效中心波长分别为</a:t>
            </a:r>
            <a:endParaRPr lang="en-US" altLang="zh-CN" sz="1400" b="1" dirty="0">
              <a:solidFill>
                <a:srgbClr val="408080"/>
              </a:solidFill>
              <a:latin typeface="Courier New" panose="02070309020205020404" pitchFamily="49" charset="0"/>
            </a:endParaRPr>
          </a:p>
          <a:p>
            <a:pPr>
              <a:lnSpc>
                <a:spcPct val="150000"/>
              </a:lnSpc>
            </a:pPr>
            <a:r>
              <a:rPr lang="en-US" altLang="zh-CN" sz="1400" dirty="0">
                <a:solidFill>
                  <a:srgbClr val="000000"/>
                </a:solidFill>
                <a:latin typeface="Courier New" panose="02070309020205020404" pitchFamily="49" charset="0"/>
              </a:rPr>
              <a:t>[</a:t>
            </a:r>
            <a:r>
              <a:rPr lang="en-US" altLang="zh-CN" sz="1400" b="1" dirty="0">
                <a:solidFill>
                  <a:srgbClr val="7F7F00"/>
                </a:solidFill>
                <a:latin typeface="Courier New" panose="02070309020205020404" pitchFamily="49" charset="0"/>
              </a:rPr>
              <a:t>11.02640 </a:t>
            </a:r>
            <a:r>
              <a:rPr lang="en-US" altLang="zh-CN" sz="1400" b="1" dirty="0" err="1">
                <a:solidFill>
                  <a:srgbClr val="7F7F00"/>
                </a:solidFill>
                <a:latin typeface="Courier New" panose="02070309020205020404" pitchFamily="49" charset="0"/>
              </a:rPr>
              <a:t>μm</a:t>
            </a:r>
            <a:r>
              <a:rPr lang="en-US" altLang="zh-CN" sz="1400" b="1" dirty="0">
                <a:solidFill>
                  <a:srgbClr val="000000"/>
                </a:solidFill>
                <a:latin typeface="Courier New" panose="02070309020205020404" pitchFamily="49" charset="0"/>
              </a:rPr>
              <a:t>, </a:t>
            </a:r>
            <a:r>
              <a:rPr lang="en-US" altLang="zh-CN" sz="1400" b="1" dirty="0">
                <a:solidFill>
                  <a:srgbClr val="7F7F00"/>
                </a:solidFill>
                <a:latin typeface="Courier New" panose="02070309020205020404" pitchFamily="49" charset="0"/>
              </a:rPr>
              <a:t>12.04237 </a:t>
            </a:r>
            <a:r>
              <a:rPr lang="en-US" altLang="zh-CN" sz="1400" b="1" dirty="0" err="1">
                <a:solidFill>
                  <a:srgbClr val="7F7F00"/>
                </a:solidFill>
                <a:latin typeface="Courier New" panose="02070309020205020404" pitchFamily="49" charset="0"/>
              </a:rPr>
              <a:t>μm</a:t>
            </a:r>
            <a:r>
              <a:rPr lang="en-US" altLang="zh-CN" sz="1400" b="1" dirty="0">
                <a:solidFill>
                  <a:srgbClr val="000000"/>
                </a:solidFill>
                <a:latin typeface="Courier New" panose="02070309020205020404" pitchFamily="49" charset="0"/>
              </a:rPr>
              <a:t>]</a:t>
            </a:r>
            <a:endParaRPr lang="zh-CN" altLang="en-US" sz="1400" dirty="0"/>
          </a:p>
        </p:txBody>
      </p:sp>
    </p:spTree>
    <p:custDataLst>
      <p:tags r:id="rId2"/>
    </p:custDataLst>
    <p:extLst>
      <p:ext uri="{BB962C8B-B14F-4D97-AF65-F5344CB8AC3E}">
        <p14:creationId xmlns:p14="http://schemas.microsoft.com/office/powerpoint/2010/main" val="352155726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656592" y="775971"/>
            <a:ext cx="10939145" cy="76200"/>
          </a:xfrm>
          <a:prstGeom prst="rect">
            <a:avLst/>
          </a:prstGeom>
          <a:solidFill>
            <a:srgbClr val="03532A">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Arial"/>
              <a:ea typeface="微软雅黑"/>
              <a:cs typeface="+mn-cs"/>
            </a:endParaRPr>
          </a:p>
        </p:txBody>
      </p:sp>
      <p:sp>
        <p:nvSpPr>
          <p:cNvPr id="10" name="文本框 9">
            <a:extLst>
              <a:ext uri="{FF2B5EF4-FFF2-40B4-BE49-F238E27FC236}">
                <a16:creationId xmlns:a16="http://schemas.microsoft.com/office/drawing/2014/main" id="{B2DA5A1B-D080-4437-819D-1C789EE80ECD}"/>
              </a:ext>
            </a:extLst>
          </p:cNvPr>
          <p:cNvSpPr txBox="1"/>
          <p:nvPr/>
        </p:nvSpPr>
        <p:spPr>
          <a:xfrm>
            <a:off x="656592" y="270860"/>
            <a:ext cx="11770175" cy="523220"/>
          </a:xfrm>
          <a:prstGeom prst="rect">
            <a:avLst/>
          </a:prstGeom>
          <a:noFill/>
        </p:spPr>
        <p:txBody>
          <a:bodyPr wrap="square" rtlCol="0">
            <a:spAutoFit/>
          </a:bodyPr>
          <a:lstStyle/>
          <a:p>
            <a:pPr lvl="0">
              <a:defRPr/>
            </a:pPr>
            <a:r>
              <a:rPr lang="zh-CN" altLang="en-US" sz="2800" b="1" dirty="0">
                <a:solidFill>
                  <a:prstClr val="black"/>
                </a:solidFill>
                <a:latin typeface="微软雅黑" panose="020B0503020204020204" pitchFamily="34" charset="-122"/>
                <a:ea typeface="微软雅黑" panose="020B0503020204020204" pitchFamily="34" charset="-122"/>
              </a:rPr>
              <a:t>实验步骤</a:t>
            </a:r>
            <a:endParaRPr kumimoji="0" lang="zh-CN" altLang="en-US" sz="28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6" name="文本框 5">
            <a:extLst>
              <a:ext uri="{FF2B5EF4-FFF2-40B4-BE49-F238E27FC236}">
                <a16:creationId xmlns:a16="http://schemas.microsoft.com/office/drawing/2014/main" id="{F5FFAF87-21CB-A71A-9B05-BF150539463B}"/>
              </a:ext>
            </a:extLst>
          </p:cNvPr>
          <p:cNvSpPr txBox="1"/>
          <p:nvPr/>
        </p:nvSpPr>
        <p:spPr>
          <a:xfrm>
            <a:off x="1378973" y="1016030"/>
            <a:ext cx="9697066" cy="1704954"/>
          </a:xfrm>
          <a:prstGeom prst="rect">
            <a:avLst/>
          </a:prstGeom>
          <a:noFill/>
        </p:spPr>
        <p:txBody>
          <a:bodyPr wrap="square">
            <a:spAutoFit/>
          </a:bodyPr>
          <a:lstStyle/>
          <a:p>
            <a:pPr>
              <a:lnSpc>
                <a:spcPct val="150000"/>
              </a:lnSpc>
            </a:pPr>
            <a:r>
              <a:rPr lang="zh-CN" altLang="en-US" sz="1800" dirty="0">
                <a:solidFill>
                  <a:srgbClr val="7030A0"/>
                </a:solidFill>
              </a:rPr>
              <a:t>二、计算</a:t>
            </a:r>
            <a:r>
              <a:rPr lang="en-US" altLang="zh-CN" sz="1800" dirty="0">
                <a:solidFill>
                  <a:srgbClr val="7030A0"/>
                </a:solidFill>
              </a:rPr>
              <a:t>LST</a:t>
            </a:r>
            <a:r>
              <a:rPr lang="zh-CN" altLang="en-US" sz="1800" dirty="0">
                <a:solidFill>
                  <a:srgbClr val="7030A0"/>
                </a:solidFill>
              </a:rPr>
              <a:t>。</a:t>
            </a:r>
            <a:endParaRPr lang="en-US" altLang="zh-CN" sz="1800" dirty="0">
              <a:solidFill>
                <a:srgbClr val="7030A0"/>
              </a:solidFill>
            </a:endParaRPr>
          </a:p>
          <a:p>
            <a:pPr>
              <a:lnSpc>
                <a:spcPct val="150000"/>
              </a:lnSpc>
            </a:pPr>
            <a:r>
              <a:rPr lang="en-US" altLang="zh-CN" sz="1800" dirty="0"/>
              <a:t>        </a:t>
            </a:r>
            <a:r>
              <a:rPr lang="zh-CN" altLang="en-US" sz="1800" dirty="0"/>
              <a:t>利用所给的文件</a:t>
            </a:r>
            <a:r>
              <a:rPr lang="en-US" altLang="zh-CN" sz="1800" dirty="0"/>
              <a:t>2</a:t>
            </a:r>
            <a:r>
              <a:rPr lang="zh-CN" altLang="en-US" sz="1800" dirty="0"/>
              <a:t>和文件</a:t>
            </a:r>
            <a:r>
              <a:rPr lang="en-US" altLang="zh-CN" sz="1800" dirty="0"/>
              <a:t>3</a:t>
            </a:r>
            <a:r>
              <a:rPr lang="zh-CN" altLang="en-US" sz="1800" dirty="0"/>
              <a:t>结合分裂窗技术反演该地区的地表温度。反演地表温度时，先利用黑体辐射的普朗克函数反函数将文件</a:t>
            </a:r>
            <a:r>
              <a:rPr lang="en-US" altLang="zh-CN" sz="1800" dirty="0"/>
              <a:t>2</a:t>
            </a:r>
            <a:r>
              <a:rPr lang="zh-CN" altLang="en-US" sz="1800" dirty="0"/>
              <a:t>由辐射亮度转为</a:t>
            </a:r>
            <a:r>
              <a:rPr lang="zh-CN" altLang="en-US" sz="1800" dirty="0">
                <a:solidFill>
                  <a:srgbClr val="7030A0"/>
                </a:solidFill>
              </a:rPr>
              <a:t>亮温</a:t>
            </a:r>
            <a:r>
              <a:rPr lang="zh-CN" altLang="en-US" sz="1800" dirty="0"/>
              <a:t>，然后利用</a:t>
            </a:r>
            <a:r>
              <a:rPr lang="zh-CN" altLang="en-US" sz="1800" dirty="0">
                <a:solidFill>
                  <a:srgbClr val="FF0000"/>
                </a:solidFill>
                <a:highlight>
                  <a:srgbClr val="FFFF00"/>
                </a:highlight>
              </a:rPr>
              <a:t>实验四</a:t>
            </a:r>
            <a:r>
              <a:rPr lang="zh-CN" altLang="en-US" sz="1800" dirty="0"/>
              <a:t>中得到的分裂窗公式系数及发射率文件</a:t>
            </a:r>
            <a:r>
              <a:rPr lang="en-US" altLang="zh-CN" sz="1800" dirty="0"/>
              <a:t>3</a:t>
            </a:r>
            <a:r>
              <a:rPr lang="zh-CN" altLang="en-US" sz="1800" dirty="0"/>
              <a:t>计算得到</a:t>
            </a:r>
            <a:r>
              <a:rPr lang="zh-CN" altLang="en-US" sz="1800" dirty="0">
                <a:solidFill>
                  <a:srgbClr val="7030A0"/>
                </a:solidFill>
              </a:rPr>
              <a:t>地表温度</a:t>
            </a:r>
            <a:r>
              <a:rPr lang="zh-CN" altLang="en-US" sz="1800" dirty="0"/>
              <a:t>；</a:t>
            </a:r>
            <a:endParaRPr lang="en-US" altLang="zh-CN" sz="1800" dirty="0"/>
          </a:p>
        </p:txBody>
      </p:sp>
      <p:pic>
        <p:nvPicPr>
          <p:cNvPr id="8" name="图片 7">
            <a:extLst>
              <a:ext uri="{FF2B5EF4-FFF2-40B4-BE49-F238E27FC236}">
                <a16:creationId xmlns:a16="http://schemas.microsoft.com/office/drawing/2014/main" id="{859B0D49-FDCA-B9DB-E5E1-496245138A57}"/>
              </a:ext>
            </a:extLst>
          </p:cNvPr>
          <p:cNvPicPr>
            <a:picLocks noChangeAspect="1"/>
          </p:cNvPicPr>
          <p:nvPr/>
        </p:nvPicPr>
        <p:blipFill>
          <a:blip r:embed="rId4"/>
          <a:stretch>
            <a:fillRect/>
          </a:stretch>
        </p:blipFill>
        <p:spPr>
          <a:xfrm>
            <a:off x="2596592" y="3274660"/>
            <a:ext cx="6998815" cy="682811"/>
          </a:xfrm>
          <a:prstGeom prst="rect">
            <a:avLst/>
          </a:prstGeom>
        </p:spPr>
      </p:pic>
      <p:sp>
        <p:nvSpPr>
          <p:cNvPr id="9" name="矩形 8">
            <a:extLst>
              <a:ext uri="{FF2B5EF4-FFF2-40B4-BE49-F238E27FC236}">
                <a16:creationId xmlns:a16="http://schemas.microsoft.com/office/drawing/2014/main" id="{B158D04B-2F1F-628B-8D89-A3F3FDF24C0E}"/>
              </a:ext>
            </a:extLst>
          </p:cNvPr>
          <p:cNvSpPr/>
          <p:nvPr/>
        </p:nvSpPr>
        <p:spPr>
          <a:xfrm>
            <a:off x="5836897" y="3262550"/>
            <a:ext cx="673598" cy="689121"/>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文本框 10">
            <a:extLst>
              <a:ext uri="{FF2B5EF4-FFF2-40B4-BE49-F238E27FC236}">
                <a16:creationId xmlns:a16="http://schemas.microsoft.com/office/drawing/2014/main" id="{BC9BCCC1-D67C-FB06-1246-7716F7DDF7AE}"/>
              </a:ext>
            </a:extLst>
          </p:cNvPr>
          <p:cNvSpPr txBox="1"/>
          <p:nvPr/>
        </p:nvSpPr>
        <p:spPr>
          <a:xfrm>
            <a:off x="5512232" y="2781160"/>
            <a:ext cx="1338828" cy="369332"/>
          </a:xfrm>
          <a:prstGeom prst="rect">
            <a:avLst/>
          </a:prstGeom>
          <a:noFill/>
        </p:spPr>
        <p:txBody>
          <a:bodyPr wrap="none" rtlCol="0">
            <a:spAutoFit/>
          </a:bodyPr>
          <a:lstStyle/>
          <a:p>
            <a:r>
              <a:rPr lang="zh-CN" altLang="en-US" dirty="0">
                <a:solidFill>
                  <a:srgbClr val="FF0000"/>
                </a:solidFill>
              </a:rPr>
              <a:t>卫星观测值</a:t>
            </a:r>
          </a:p>
        </p:txBody>
      </p:sp>
      <p:sp>
        <p:nvSpPr>
          <p:cNvPr id="12" name="文本框 11">
            <a:extLst>
              <a:ext uri="{FF2B5EF4-FFF2-40B4-BE49-F238E27FC236}">
                <a16:creationId xmlns:a16="http://schemas.microsoft.com/office/drawing/2014/main" id="{D0852ADE-26E9-1D16-4638-38E2D2B0F353}"/>
              </a:ext>
            </a:extLst>
          </p:cNvPr>
          <p:cNvSpPr txBox="1"/>
          <p:nvPr/>
        </p:nvSpPr>
        <p:spPr>
          <a:xfrm>
            <a:off x="8505518" y="2811851"/>
            <a:ext cx="1338828" cy="369332"/>
          </a:xfrm>
          <a:prstGeom prst="rect">
            <a:avLst/>
          </a:prstGeom>
          <a:noFill/>
        </p:spPr>
        <p:txBody>
          <a:bodyPr wrap="none" rtlCol="0">
            <a:spAutoFit/>
          </a:bodyPr>
          <a:lstStyle/>
          <a:p>
            <a:r>
              <a:rPr lang="zh-CN" altLang="en-US" dirty="0">
                <a:solidFill>
                  <a:srgbClr val="FF0000"/>
                </a:solidFill>
              </a:rPr>
              <a:t>卫星观测值</a:t>
            </a:r>
          </a:p>
        </p:txBody>
      </p:sp>
      <p:sp>
        <p:nvSpPr>
          <p:cNvPr id="13" name="矩形 12">
            <a:extLst>
              <a:ext uri="{FF2B5EF4-FFF2-40B4-BE49-F238E27FC236}">
                <a16:creationId xmlns:a16="http://schemas.microsoft.com/office/drawing/2014/main" id="{ACA69706-A734-9D75-A4CE-B6ACC12C2BC7}"/>
              </a:ext>
            </a:extLst>
          </p:cNvPr>
          <p:cNvSpPr/>
          <p:nvPr/>
        </p:nvSpPr>
        <p:spPr>
          <a:xfrm>
            <a:off x="8862037" y="3240721"/>
            <a:ext cx="673598" cy="689121"/>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4" name="直接连接符 13">
            <a:extLst>
              <a:ext uri="{FF2B5EF4-FFF2-40B4-BE49-F238E27FC236}">
                <a16:creationId xmlns:a16="http://schemas.microsoft.com/office/drawing/2014/main" id="{8DADBC6B-BCA4-892A-6AF8-2807F1FD1D73}"/>
              </a:ext>
            </a:extLst>
          </p:cNvPr>
          <p:cNvCxnSpPr/>
          <p:nvPr/>
        </p:nvCxnSpPr>
        <p:spPr>
          <a:xfrm>
            <a:off x="4456616" y="3951671"/>
            <a:ext cx="437126"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5" name="直接连接符 14">
            <a:extLst>
              <a:ext uri="{FF2B5EF4-FFF2-40B4-BE49-F238E27FC236}">
                <a16:creationId xmlns:a16="http://schemas.microsoft.com/office/drawing/2014/main" id="{94B99D44-EC49-C121-76E3-7DBD8FC61785}"/>
              </a:ext>
            </a:extLst>
          </p:cNvPr>
          <p:cNvCxnSpPr/>
          <p:nvPr/>
        </p:nvCxnSpPr>
        <p:spPr>
          <a:xfrm>
            <a:off x="5293669" y="3961257"/>
            <a:ext cx="437126"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6" name="直接连接符 15">
            <a:extLst>
              <a:ext uri="{FF2B5EF4-FFF2-40B4-BE49-F238E27FC236}">
                <a16:creationId xmlns:a16="http://schemas.microsoft.com/office/drawing/2014/main" id="{D381DDEE-12E4-F323-9DF7-A3F56144FCEE}"/>
              </a:ext>
            </a:extLst>
          </p:cNvPr>
          <p:cNvCxnSpPr/>
          <p:nvPr/>
        </p:nvCxnSpPr>
        <p:spPr>
          <a:xfrm>
            <a:off x="7450129" y="3955603"/>
            <a:ext cx="437126"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7" name="直接连接符 16">
            <a:extLst>
              <a:ext uri="{FF2B5EF4-FFF2-40B4-BE49-F238E27FC236}">
                <a16:creationId xmlns:a16="http://schemas.microsoft.com/office/drawing/2014/main" id="{28131DD1-368E-B2C0-9982-F7D47BB06AAB}"/>
              </a:ext>
            </a:extLst>
          </p:cNvPr>
          <p:cNvCxnSpPr/>
          <p:nvPr/>
        </p:nvCxnSpPr>
        <p:spPr>
          <a:xfrm>
            <a:off x="8261328" y="3951915"/>
            <a:ext cx="437126" cy="0"/>
          </a:xfrm>
          <a:prstGeom prst="line">
            <a:avLst/>
          </a:prstGeom>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8" name="文本框 17">
                <a:extLst>
                  <a:ext uri="{FF2B5EF4-FFF2-40B4-BE49-F238E27FC236}">
                    <a16:creationId xmlns:a16="http://schemas.microsoft.com/office/drawing/2014/main" id="{ED58D615-C80B-419A-4ED9-C4444E551768}"/>
                  </a:ext>
                </a:extLst>
              </p:cNvPr>
              <p:cNvSpPr txBox="1"/>
              <p:nvPr/>
            </p:nvSpPr>
            <p:spPr>
              <a:xfrm>
                <a:off x="1805065" y="4110963"/>
                <a:ext cx="2422330" cy="552202"/>
              </a:xfrm>
              <a:prstGeom prst="rect">
                <a:avLst/>
              </a:prstGeom>
              <a:noFill/>
            </p:spPr>
            <p:txBody>
              <a:bodyPr wrap="none" lIns="0" tIns="0" rIns="0" bIns="0" rtlCol="0">
                <a:spAutoFit/>
              </a:bodyPr>
              <a:lstStyle/>
              <a:p>
                <a:pPr marL="285750" indent="-285750">
                  <a:lnSpc>
                    <a:spcPct val="150000"/>
                  </a:lnSpc>
                  <a:buFont typeface="Arial" panose="020B0604020202020204" pitchFamily="34" charset="0"/>
                  <a:buChar char="•"/>
                </a:pPr>
                <a14:m>
                  <m:oMath xmlns:m="http://schemas.openxmlformats.org/officeDocument/2006/math">
                    <m:r>
                      <a:rPr lang="zh-CN" altLang="en-US" i="1" smtClean="0">
                        <a:latin typeface="Cambria Math" panose="02040503050406030204" pitchFamily="18" charset="0"/>
                      </a:rPr>
                      <m:t>∆</m:t>
                    </m:r>
                    <m:r>
                      <a:rPr lang="zh-CN" altLang="en-US" i="1" smtClean="0">
                        <a:latin typeface="Cambria Math" panose="02040503050406030204" pitchFamily="18" charset="0"/>
                      </a:rPr>
                      <m:t>𝜀</m:t>
                    </m:r>
                    <m:r>
                      <a:rPr lang="en-US" altLang="zh-CN" i="1">
                        <a:latin typeface="Cambria Math" panose="02040503050406030204" pitchFamily="18" charset="0"/>
                      </a:rPr>
                      <m:t>=</m:t>
                    </m:r>
                    <m:sSub>
                      <m:sSubPr>
                        <m:ctrlPr>
                          <a:rPr lang="en-US" altLang="zh-CN" i="1" smtClean="0">
                            <a:latin typeface="Cambria Math" panose="02040503050406030204" pitchFamily="18" charset="0"/>
                          </a:rPr>
                        </m:ctrlPr>
                      </m:sSubPr>
                      <m:e>
                        <m:r>
                          <a:rPr lang="zh-CN" altLang="en-US" i="1" smtClean="0">
                            <a:latin typeface="Cambria Math" panose="02040503050406030204" pitchFamily="18" charset="0"/>
                          </a:rPr>
                          <m:t>𝜀</m:t>
                        </m:r>
                      </m:e>
                      <m:sub>
                        <m:r>
                          <a:rPr lang="en-US" altLang="zh-CN" b="0" i="1" smtClean="0">
                            <a:latin typeface="Cambria Math" panose="02040503050406030204" pitchFamily="18" charset="0"/>
                          </a:rPr>
                          <m:t>𝑖</m:t>
                        </m:r>
                      </m:sub>
                    </m:sSub>
                    <m:r>
                      <a:rPr lang="en-US" altLang="zh-CN" b="0" i="1" smtClean="0">
                        <a:latin typeface="Cambria Math" panose="02040503050406030204" pitchFamily="18" charset="0"/>
                      </a:rPr>
                      <m:t>−</m:t>
                    </m:r>
                    <m:sSub>
                      <m:sSubPr>
                        <m:ctrlPr>
                          <a:rPr lang="en-US" altLang="zh-CN" i="1">
                            <a:latin typeface="Cambria Math" panose="02040503050406030204" pitchFamily="18" charset="0"/>
                          </a:rPr>
                        </m:ctrlPr>
                      </m:sSubPr>
                      <m:e>
                        <m:r>
                          <a:rPr lang="zh-CN" altLang="en-US" i="1">
                            <a:latin typeface="Cambria Math" panose="02040503050406030204" pitchFamily="18" charset="0"/>
                          </a:rPr>
                          <m:t>𝜀</m:t>
                        </m:r>
                      </m:e>
                      <m:sub>
                        <m:r>
                          <a:rPr lang="en-US" altLang="zh-CN" b="0" i="1" smtClean="0">
                            <a:latin typeface="Cambria Math" panose="02040503050406030204" pitchFamily="18" charset="0"/>
                          </a:rPr>
                          <m:t>𝑗</m:t>
                        </m:r>
                      </m:sub>
                    </m:sSub>
                  </m:oMath>
                </a14:m>
                <a:r>
                  <a:rPr lang="en-US" altLang="zh-CN" dirty="0"/>
                  <a:t>;</a:t>
                </a:r>
                <a14:m>
                  <m:oMath xmlns:m="http://schemas.openxmlformats.org/officeDocument/2006/math">
                    <m:r>
                      <a:rPr lang="en-US" altLang="zh-CN" b="0" i="0" smtClean="0">
                        <a:latin typeface="Cambria Math" panose="02040503050406030204" pitchFamily="18" charset="0"/>
                      </a:rPr>
                      <m:t> </m:t>
                    </m:r>
                    <m:acc>
                      <m:accPr>
                        <m:chr m:val="̅"/>
                        <m:ctrlPr>
                          <a:rPr lang="zh-CN" altLang="en-US" b="0" i="1" smtClean="0">
                            <a:latin typeface="Cambria Math" panose="02040503050406030204" pitchFamily="18" charset="0"/>
                          </a:rPr>
                        </m:ctrlPr>
                      </m:accPr>
                      <m:e>
                        <m:r>
                          <a:rPr lang="zh-CN" altLang="en-US" i="1">
                            <a:latin typeface="Cambria Math" panose="02040503050406030204" pitchFamily="18" charset="0"/>
                          </a:rPr>
                          <m:t>𝜀</m:t>
                        </m:r>
                      </m:e>
                    </m:acc>
                    <m:r>
                      <a:rPr lang="en-US" altLang="zh-CN" b="0" i="1" smtClean="0">
                        <a:latin typeface="Cambria Math" panose="02040503050406030204" pitchFamily="18" charset="0"/>
                      </a:rPr>
                      <m:t>=</m:t>
                    </m:r>
                    <m:f>
                      <m:fPr>
                        <m:ctrlPr>
                          <a:rPr lang="en-US" altLang="zh-CN" b="0" i="1" smtClean="0">
                            <a:latin typeface="Cambria Math" panose="02040503050406030204" pitchFamily="18" charset="0"/>
                          </a:rPr>
                        </m:ctrlPr>
                      </m:fPr>
                      <m:num>
                        <m:sSub>
                          <m:sSubPr>
                            <m:ctrlPr>
                              <a:rPr lang="en-US" altLang="zh-CN" i="1">
                                <a:latin typeface="Cambria Math" panose="02040503050406030204" pitchFamily="18" charset="0"/>
                              </a:rPr>
                            </m:ctrlPr>
                          </m:sSubPr>
                          <m:e>
                            <m:r>
                              <a:rPr lang="zh-CN" altLang="en-US" i="1">
                                <a:latin typeface="Cambria Math" panose="02040503050406030204" pitchFamily="18" charset="0"/>
                              </a:rPr>
                              <m:t>𝜀</m:t>
                            </m:r>
                          </m:e>
                          <m:sub>
                            <m:r>
                              <a:rPr lang="en-US" altLang="zh-CN" i="1">
                                <a:latin typeface="Cambria Math" panose="02040503050406030204" pitchFamily="18" charset="0"/>
                              </a:rPr>
                              <m:t>𝑖</m:t>
                            </m:r>
                          </m:sub>
                        </m:sSub>
                        <m:r>
                          <a:rPr lang="en-US" altLang="zh-CN" b="0" i="1" smtClean="0">
                            <a:latin typeface="Cambria Math" panose="02040503050406030204" pitchFamily="18" charset="0"/>
                          </a:rPr>
                          <m:t>+</m:t>
                        </m:r>
                        <m:sSub>
                          <m:sSubPr>
                            <m:ctrlPr>
                              <a:rPr lang="en-US" altLang="zh-CN" i="1">
                                <a:latin typeface="Cambria Math" panose="02040503050406030204" pitchFamily="18" charset="0"/>
                              </a:rPr>
                            </m:ctrlPr>
                          </m:sSubPr>
                          <m:e>
                            <m:r>
                              <a:rPr lang="zh-CN" altLang="en-US" i="1">
                                <a:latin typeface="Cambria Math" panose="02040503050406030204" pitchFamily="18" charset="0"/>
                              </a:rPr>
                              <m:t>𝜀</m:t>
                            </m:r>
                          </m:e>
                          <m:sub>
                            <m:r>
                              <a:rPr lang="en-US" altLang="zh-CN" b="0" i="1" smtClean="0">
                                <a:latin typeface="Cambria Math" panose="02040503050406030204" pitchFamily="18" charset="0"/>
                              </a:rPr>
                              <m:t>𝑗</m:t>
                            </m:r>
                          </m:sub>
                        </m:sSub>
                      </m:num>
                      <m:den>
                        <m:r>
                          <a:rPr lang="en-US" altLang="zh-CN" b="0" i="1" smtClean="0">
                            <a:latin typeface="Cambria Math" panose="02040503050406030204" pitchFamily="18" charset="0"/>
                          </a:rPr>
                          <m:t>2</m:t>
                        </m:r>
                      </m:den>
                    </m:f>
                  </m:oMath>
                </a14:m>
                <a:endParaRPr lang="zh-CN" altLang="en-US" dirty="0"/>
              </a:p>
            </p:txBody>
          </p:sp>
        </mc:Choice>
        <mc:Fallback xmlns="">
          <p:sp>
            <p:nvSpPr>
              <p:cNvPr id="18" name="文本框 17">
                <a:extLst>
                  <a:ext uri="{FF2B5EF4-FFF2-40B4-BE49-F238E27FC236}">
                    <a16:creationId xmlns:a16="http://schemas.microsoft.com/office/drawing/2014/main" id="{ED58D615-C80B-419A-4ED9-C4444E551768}"/>
                  </a:ext>
                </a:extLst>
              </p:cNvPr>
              <p:cNvSpPr txBox="1">
                <a:spLocks noRot="1" noChangeAspect="1" noMove="1" noResize="1" noEditPoints="1" noAdjustHandles="1" noChangeArrowheads="1" noChangeShapeType="1" noTextEdit="1"/>
              </p:cNvSpPr>
              <p:nvPr/>
            </p:nvSpPr>
            <p:spPr>
              <a:xfrm>
                <a:off x="1805065" y="4110963"/>
                <a:ext cx="2422330" cy="552202"/>
              </a:xfrm>
              <a:prstGeom prst="rect">
                <a:avLst/>
              </a:prstGeom>
              <a:blipFill>
                <a:blip r:embed="rId5"/>
                <a:stretch>
                  <a:fillRect l="-5290" r="-2267" b="-14286"/>
                </a:stretch>
              </a:blipFill>
            </p:spPr>
            <p:txBody>
              <a:bodyPr/>
              <a:lstStyle/>
              <a:p>
                <a:r>
                  <a:rPr lang="zh-CN" altLang="en-US">
                    <a:noFill/>
                  </a:rPr>
                  <a:t> </a:t>
                </a:r>
              </a:p>
            </p:txBody>
          </p:sp>
        </mc:Fallback>
      </mc:AlternateContent>
      <p:sp>
        <p:nvSpPr>
          <p:cNvPr id="19" name="矩形 18">
            <a:extLst>
              <a:ext uri="{FF2B5EF4-FFF2-40B4-BE49-F238E27FC236}">
                <a16:creationId xmlns:a16="http://schemas.microsoft.com/office/drawing/2014/main" id="{2ED49931-C46A-5B39-EB81-50113F3D1452}"/>
              </a:ext>
            </a:extLst>
          </p:cNvPr>
          <p:cNvSpPr/>
          <p:nvPr/>
        </p:nvSpPr>
        <p:spPr>
          <a:xfrm>
            <a:off x="369390" y="5127515"/>
            <a:ext cx="11624511" cy="711733"/>
          </a:xfrm>
          <a:prstGeom prst="rect">
            <a:avLst/>
          </a:prstGeom>
        </p:spPr>
        <p:txBody>
          <a:bodyPr wrap="square">
            <a:spAutoFit/>
          </a:bodyPr>
          <a:lstStyle/>
          <a:p>
            <a:pPr marL="171450" indent="-171450">
              <a:lnSpc>
                <a:spcPct val="150000"/>
              </a:lnSpc>
              <a:buFont typeface="Arial" panose="020B0604020202020204" pitchFamily="34" charset="0"/>
              <a:buChar char="•"/>
            </a:pPr>
            <a:r>
              <a:rPr lang="zh-CN" altLang="en-US" sz="1400" dirty="0">
                <a:solidFill>
                  <a:srgbClr val="000000"/>
                </a:solidFill>
                <a:latin typeface="Courier New" panose="02070309020205020404" pitchFamily="49" charset="0"/>
              </a:rPr>
              <a:t>系数拟合结果参考（从左往右依次为</a:t>
            </a:r>
            <a:r>
              <a:rPr lang="en-US" altLang="zh-CN" sz="1400" dirty="0">
                <a:solidFill>
                  <a:srgbClr val="FF0000"/>
                </a:solidFill>
              </a:rPr>
              <a:t>b0, b1, b2, b3, b4, b5, b6</a:t>
            </a:r>
            <a:r>
              <a:rPr lang="zh-CN" altLang="en-US" sz="1400" dirty="0">
                <a:solidFill>
                  <a:srgbClr val="000000"/>
                </a:solidFill>
                <a:latin typeface="Courier New" panose="02070309020205020404" pitchFamily="49" charset="0"/>
              </a:rPr>
              <a:t>）：</a:t>
            </a:r>
            <a:endParaRPr lang="en-US" altLang="zh-CN" sz="1400" dirty="0">
              <a:solidFill>
                <a:srgbClr val="000000"/>
              </a:solidFill>
              <a:latin typeface="Courier New" panose="02070309020205020404" pitchFamily="49" charset="0"/>
            </a:endParaRPr>
          </a:p>
          <a:p>
            <a:pPr>
              <a:lnSpc>
                <a:spcPct val="150000"/>
              </a:lnSpc>
            </a:pPr>
            <a:r>
              <a:rPr lang="en-US" altLang="zh-CN" sz="1400" dirty="0">
                <a:solidFill>
                  <a:srgbClr val="000000"/>
                </a:solidFill>
                <a:latin typeface="Courier New" panose="02070309020205020404" pitchFamily="49" charset="0"/>
              </a:rPr>
              <a:t>  9.4266564      0.96564889      0.13260823     -0.56542150       9.2723843       16.883743      -44.928223</a:t>
            </a:r>
          </a:p>
        </p:txBody>
      </p:sp>
    </p:spTree>
    <p:custDataLst>
      <p:tags r:id="rId1"/>
    </p:custDataLst>
    <p:extLst>
      <p:ext uri="{BB962C8B-B14F-4D97-AF65-F5344CB8AC3E}">
        <p14:creationId xmlns:p14="http://schemas.microsoft.com/office/powerpoint/2010/main" val="84376888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656592" y="775971"/>
            <a:ext cx="10939145" cy="76200"/>
          </a:xfrm>
          <a:prstGeom prst="rect">
            <a:avLst/>
          </a:prstGeom>
          <a:solidFill>
            <a:srgbClr val="03532A">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Arial"/>
              <a:ea typeface="微软雅黑"/>
              <a:cs typeface="+mn-cs"/>
            </a:endParaRPr>
          </a:p>
        </p:txBody>
      </p:sp>
      <p:sp>
        <p:nvSpPr>
          <p:cNvPr id="10" name="文本框 9">
            <a:extLst>
              <a:ext uri="{FF2B5EF4-FFF2-40B4-BE49-F238E27FC236}">
                <a16:creationId xmlns:a16="http://schemas.microsoft.com/office/drawing/2014/main" id="{B2DA5A1B-D080-4437-819D-1C789EE80ECD}"/>
              </a:ext>
            </a:extLst>
          </p:cNvPr>
          <p:cNvSpPr txBox="1"/>
          <p:nvPr/>
        </p:nvSpPr>
        <p:spPr>
          <a:xfrm>
            <a:off x="656592" y="270860"/>
            <a:ext cx="11770175" cy="523220"/>
          </a:xfrm>
          <a:prstGeom prst="rect">
            <a:avLst/>
          </a:prstGeom>
          <a:noFill/>
        </p:spPr>
        <p:txBody>
          <a:bodyPr wrap="square" rtlCol="0">
            <a:spAutoFit/>
          </a:bodyPr>
          <a:lstStyle/>
          <a:p>
            <a:pPr lvl="0">
              <a:defRPr/>
            </a:pPr>
            <a:r>
              <a:rPr lang="zh-CN" altLang="en-US" sz="2800" b="1" dirty="0">
                <a:solidFill>
                  <a:prstClr val="black"/>
                </a:solidFill>
                <a:latin typeface="微软雅黑" panose="020B0503020204020204" pitchFamily="34" charset="-122"/>
                <a:ea typeface="微软雅黑" panose="020B0503020204020204" pitchFamily="34" charset="-122"/>
              </a:rPr>
              <a:t>实验步骤</a:t>
            </a:r>
            <a:endParaRPr kumimoji="0" lang="zh-CN" altLang="en-US" sz="28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2" name="文本框 1"/>
          <p:cNvSpPr txBox="1"/>
          <p:nvPr/>
        </p:nvSpPr>
        <p:spPr>
          <a:xfrm>
            <a:off x="1378973" y="995517"/>
            <a:ext cx="9697066" cy="3115212"/>
          </a:xfrm>
          <a:prstGeom prst="rect">
            <a:avLst/>
          </a:prstGeom>
          <a:noFill/>
        </p:spPr>
        <p:txBody>
          <a:bodyPr wrap="square" rtlCol="0">
            <a:spAutoFit/>
          </a:bodyPr>
          <a:lstStyle/>
          <a:p>
            <a:r>
              <a:rPr lang="zh-CN" altLang="en-US" sz="2000" dirty="0">
                <a:solidFill>
                  <a:srgbClr val="7030A0"/>
                </a:solidFill>
              </a:rPr>
              <a:t>三、拟合干边和湿边方程，并计算</a:t>
            </a:r>
            <a:r>
              <a:rPr lang="en-US" altLang="zh-CN" sz="2000" dirty="0">
                <a:solidFill>
                  <a:srgbClr val="7030A0"/>
                </a:solidFill>
              </a:rPr>
              <a:t>TVDI</a:t>
            </a:r>
            <a:r>
              <a:rPr lang="zh-CN" altLang="en-US" sz="2000" dirty="0">
                <a:solidFill>
                  <a:srgbClr val="7030A0"/>
                </a:solidFill>
              </a:rPr>
              <a:t>。</a:t>
            </a:r>
            <a:endParaRPr lang="en-US" altLang="zh-CN" sz="2000" dirty="0">
              <a:solidFill>
                <a:srgbClr val="7030A0"/>
              </a:solidFill>
            </a:endParaRPr>
          </a:p>
          <a:p>
            <a:pPr>
              <a:lnSpc>
                <a:spcPct val="150000"/>
              </a:lnSpc>
            </a:pPr>
            <a:r>
              <a:rPr lang="en-US" altLang="zh-CN" sz="2000" dirty="0"/>
              <a:t>       </a:t>
            </a:r>
            <a:r>
              <a:rPr lang="zh-CN" altLang="en-US" sz="2000" dirty="0"/>
              <a:t>利用第一和第二步得到的</a:t>
            </a:r>
            <a:r>
              <a:rPr lang="en-US" altLang="zh-CN" sz="2000" dirty="0"/>
              <a:t>NDVI</a:t>
            </a:r>
            <a:r>
              <a:rPr lang="zh-CN" altLang="en-US" sz="2000" dirty="0"/>
              <a:t>和</a:t>
            </a:r>
            <a:r>
              <a:rPr lang="en-US" altLang="zh-CN" sz="2000" dirty="0"/>
              <a:t>LST</a:t>
            </a:r>
            <a:r>
              <a:rPr lang="zh-CN" altLang="en-US" sz="2000" dirty="0"/>
              <a:t>和</a:t>
            </a:r>
            <a:r>
              <a:rPr lang="en-US" altLang="zh-CN" sz="2000" dirty="0"/>
              <a:t>TVDI</a:t>
            </a:r>
            <a:r>
              <a:rPr lang="zh-CN" altLang="en-US" sz="2000" dirty="0"/>
              <a:t>计算公式，计算得到</a:t>
            </a:r>
            <a:r>
              <a:rPr lang="en-US" altLang="zh-CN" sz="2000" dirty="0"/>
              <a:t>TVDI</a:t>
            </a:r>
            <a:r>
              <a:rPr lang="zh-CN" altLang="en-US" sz="2000" dirty="0"/>
              <a:t>数据。一种可行的计算方式是对</a:t>
            </a:r>
            <a:r>
              <a:rPr lang="en-US" altLang="zh-CN" sz="2000" dirty="0"/>
              <a:t>NDVI</a:t>
            </a:r>
            <a:r>
              <a:rPr lang="zh-CN" altLang="en-US" sz="2000" dirty="0"/>
              <a:t>有效取值（植被和土壤的</a:t>
            </a:r>
            <a:r>
              <a:rPr lang="en-US" altLang="zh-CN" sz="2000" dirty="0"/>
              <a:t>NDVI</a:t>
            </a:r>
            <a:r>
              <a:rPr lang="zh-CN" altLang="en-US" sz="2000" dirty="0"/>
              <a:t>取值通常不小于</a:t>
            </a:r>
            <a:r>
              <a:rPr lang="en-US" altLang="zh-CN" sz="2000" dirty="0"/>
              <a:t>0</a:t>
            </a:r>
            <a:r>
              <a:rPr lang="zh-CN" altLang="en-US" sz="2000" dirty="0"/>
              <a:t>，可取</a:t>
            </a:r>
            <a:r>
              <a:rPr lang="en-US" altLang="zh-CN" sz="2000" dirty="0"/>
              <a:t>0-1</a:t>
            </a:r>
            <a:r>
              <a:rPr lang="zh-CN" altLang="en-US" sz="2000" dirty="0"/>
              <a:t>）划分为一定的区间（如</a:t>
            </a:r>
            <a:r>
              <a:rPr lang="en-US" altLang="zh-CN" sz="2000" dirty="0"/>
              <a:t>100</a:t>
            </a:r>
            <a:r>
              <a:rPr lang="zh-CN" altLang="en-US" sz="2000" dirty="0"/>
              <a:t>个区间），统计每个区间对应的</a:t>
            </a:r>
            <a:r>
              <a:rPr lang="en-US" altLang="zh-CN" sz="2000" dirty="0"/>
              <a:t>LST</a:t>
            </a:r>
            <a:r>
              <a:rPr lang="zh-CN" altLang="en-US" sz="2000" dirty="0"/>
              <a:t>的最小值和最大值，利用</a:t>
            </a:r>
            <a:r>
              <a:rPr lang="zh-CN" altLang="en-US" sz="2000" dirty="0">
                <a:solidFill>
                  <a:srgbClr val="C00000"/>
                </a:solidFill>
              </a:rPr>
              <a:t>每个区间的中间点数值分别和</a:t>
            </a:r>
            <a:r>
              <a:rPr lang="en-US" altLang="zh-CN" sz="2000" dirty="0">
                <a:solidFill>
                  <a:srgbClr val="C00000"/>
                </a:solidFill>
              </a:rPr>
              <a:t>LST</a:t>
            </a:r>
            <a:r>
              <a:rPr lang="zh-CN" altLang="en-US" sz="2000" dirty="0">
                <a:solidFill>
                  <a:srgbClr val="C00000"/>
                </a:solidFill>
              </a:rPr>
              <a:t>最小值和最大值拟合湿边和干边线性方程</a:t>
            </a:r>
            <a:r>
              <a:rPr lang="zh-CN" altLang="en-US" sz="2000" dirty="0"/>
              <a:t>，求出对应的拟合系数。一旦求出这些拟合系数，结合第二步获得</a:t>
            </a:r>
            <a:r>
              <a:rPr lang="en-US" altLang="zh-CN" sz="2000" dirty="0"/>
              <a:t>LST</a:t>
            </a:r>
            <a:r>
              <a:rPr lang="zh-CN" altLang="en-US" sz="2000" dirty="0"/>
              <a:t>数据和</a:t>
            </a:r>
            <a:r>
              <a:rPr lang="en-US" altLang="zh-CN" sz="2000" dirty="0"/>
              <a:t>TVDI</a:t>
            </a:r>
            <a:r>
              <a:rPr lang="zh-CN" altLang="en-US" sz="2000" dirty="0"/>
              <a:t>计算公式计算得到该地区的</a:t>
            </a:r>
            <a:r>
              <a:rPr lang="en-US" altLang="zh-CN" sz="2000" dirty="0"/>
              <a:t>TVDI</a:t>
            </a:r>
            <a:r>
              <a:rPr lang="zh-CN" altLang="en-US" sz="2000" dirty="0"/>
              <a:t>数据。</a:t>
            </a:r>
            <a:endParaRPr lang="en-US" altLang="zh-CN" sz="2000" dirty="0"/>
          </a:p>
        </p:txBody>
      </p:sp>
      <p:pic>
        <p:nvPicPr>
          <p:cNvPr id="7" name="图片 6">
            <a:extLst>
              <a:ext uri="{FF2B5EF4-FFF2-40B4-BE49-F238E27FC236}">
                <a16:creationId xmlns:a16="http://schemas.microsoft.com/office/drawing/2014/main" id="{4F6F3DAF-0485-BDDF-975C-59A812FB60C0}"/>
              </a:ext>
            </a:extLst>
          </p:cNvPr>
          <p:cNvPicPr>
            <a:picLocks noChangeAspect="1"/>
          </p:cNvPicPr>
          <p:nvPr/>
        </p:nvPicPr>
        <p:blipFill>
          <a:blip r:embed="rId4"/>
          <a:stretch>
            <a:fillRect/>
          </a:stretch>
        </p:blipFill>
        <p:spPr>
          <a:xfrm>
            <a:off x="7615324" y="4254075"/>
            <a:ext cx="2858232" cy="2108200"/>
          </a:xfrm>
          <a:prstGeom prst="rect">
            <a:avLst/>
          </a:prstGeom>
        </p:spPr>
      </p:pic>
      <p:sp>
        <p:nvSpPr>
          <p:cNvPr id="6" name="文本框 5">
            <a:extLst>
              <a:ext uri="{FF2B5EF4-FFF2-40B4-BE49-F238E27FC236}">
                <a16:creationId xmlns:a16="http://schemas.microsoft.com/office/drawing/2014/main" id="{2A33AB19-96C8-4949-9B75-CB0D82F18F1D}"/>
              </a:ext>
            </a:extLst>
          </p:cNvPr>
          <p:cNvSpPr txBox="1"/>
          <p:nvPr/>
        </p:nvSpPr>
        <p:spPr>
          <a:xfrm>
            <a:off x="1573706" y="4254075"/>
            <a:ext cx="5678319" cy="2499210"/>
          </a:xfrm>
          <a:prstGeom prst="rect">
            <a:avLst/>
          </a:prstGeom>
          <a:noFill/>
        </p:spPr>
        <p:txBody>
          <a:bodyPr wrap="square" rtlCol="0">
            <a:spAutoFit/>
          </a:bodyPr>
          <a:lstStyle/>
          <a:p>
            <a:pPr>
              <a:lnSpc>
                <a:spcPct val="150000"/>
              </a:lnSpc>
            </a:pPr>
            <a:r>
              <a:rPr lang="zh-CN" altLang="en-US" sz="1400" dirty="0">
                <a:solidFill>
                  <a:srgbClr val="7030A0"/>
                </a:solidFill>
              </a:rPr>
              <a:t>程序实现参考步骤：</a:t>
            </a:r>
            <a:endParaRPr lang="en-US" altLang="zh-CN" sz="1400" dirty="0">
              <a:solidFill>
                <a:srgbClr val="7030A0"/>
              </a:solidFill>
            </a:endParaRPr>
          </a:p>
          <a:p>
            <a:pPr marL="342900" indent="-342900">
              <a:lnSpc>
                <a:spcPct val="150000"/>
              </a:lnSpc>
              <a:buFont typeface="Arial" panose="020B0604020202020204" pitchFamily="34" charset="0"/>
              <a:buChar char="•"/>
            </a:pPr>
            <a:r>
              <a:rPr lang="zh-CN" altLang="en-US" sz="1400" dirty="0"/>
              <a:t>按照</a:t>
            </a:r>
            <a:r>
              <a:rPr lang="en-US" altLang="zh-CN" sz="1400" dirty="0"/>
              <a:t>NDVI</a:t>
            </a:r>
            <a:r>
              <a:rPr lang="zh-CN" altLang="en-US" sz="1400" dirty="0"/>
              <a:t>的值（</a:t>
            </a:r>
            <a:r>
              <a:rPr lang="en-US" altLang="zh-CN" sz="1400" dirty="0"/>
              <a:t>x</a:t>
            </a:r>
            <a:r>
              <a:rPr lang="zh-CN" altLang="en-US" sz="1400" dirty="0"/>
              <a:t>轴）进行分组</a:t>
            </a:r>
            <a:endParaRPr lang="en-US" altLang="zh-CN" sz="1400" dirty="0"/>
          </a:p>
          <a:p>
            <a:pPr marL="342900" indent="-342900">
              <a:lnSpc>
                <a:spcPct val="150000"/>
              </a:lnSpc>
              <a:buFont typeface="Arial" panose="020B0604020202020204" pitchFamily="34" charset="0"/>
              <a:buChar char="•"/>
            </a:pPr>
            <a:r>
              <a:rPr lang="zh-CN" altLang="en-US" sz="1400" dirty="0"/>
              <a:t>每组</a:t>
            </a:r>
            <a:r>
              <a:rPr lang="en-US" altLang="zh-CN" sz="1400" dirty="0"/>
              <a:t>x</a:t>
            </a:r>
            <a:r>
              <a:rPr lang="zh-CN" altLang="en-US" sz="1400" dirty="0"/>
              <a:t>轴的值可为当前</a:t>
            </a:r>
            <a:r>
              <a:rPr lang="en-US" altLang="zh-CN" sz="1400" dirty="0"/>
              <a:t>NDVI</a:t>
            </a:r>
            <a:r>
              <a:rPr lang="zh-CN" altLang="en-US" sz="1400" dirty="0"/>
              <a:t>分割区间的中间值</a:t>
            </a:r>
            <a:endParaRPr lang="en-US" altLang="zh-CN" sz="1400" dirty="0"/>
          </a:p>
          <a:p>
            <a:pPr marL="342900" indent="-342900">
              <a:lnSpc>
                <a:spcPct val="150000"/>
              </a:lnSpc>
              <a:buFont typeface="Arial" panose="020B0604020202020204" pitchFamily="34" charset="0"/>
              <a:buChar char="•"/>
            </a:pPr>
            <a:r>
              <a:rPr lang="zh-CN" altLang="en-US" sz="1400" dirty="0"/>
              <a:t>每组</a:t>
            </a:r>
            <a:r>
              <a:rPr lang="en-US" altLang="zh-CN" sz="1400" dirty="0"/>
              <a:t>y</a:t>
            </a:r>
            <a:r>
              <a:rPr lang="zh-CN" altLang="en-US" sz="1400" dirty="0"/>
              <a:t>轴的值为当前</a:t>
            </a:r>
            <a:r>
              <a:rPr lang="en-US" altLang="zh-CN" sz="1400" dirty="0"/>
              <a:t>NDVI</a:t>
            </a:r>
            <a:r>
              <a:rPr lang="zh-CN" altLang="en-US" sz="1400" dirty="0"/>
              <a:t>区间下所有像素</a:t>
            </a:r>
            <a:r>
              <a:rPr lang="en-US" altLang="zh-CN" sz="1400" dirty="0"/>
              <a:t>LST</a:t>
            </a:r>
            <a:r>
              <a:rPr lang="zh-CN" altLang="en-US" sz="1400" dirty="0"/>
              <a:t>的最大值（干边）与最小值（湿边）</a:t>
            </a:r>
            <a:endParaRPr lang="en-US" altLang="zh-CN" sz="1400" dirty="0"/>
          </a:p>
          <a:p>
            <a:pPr marL="800100" lvl="1" indent="-342900">
              <a:lnSpc>
                <a:spcPct val="150000"/>
              </a:lnSpc>
              <a:buFont typeface="Wingdings" panose="05000000000000000000" pitchFamily="2" charset="2"/>
              <a:buChar char="ü"/>
            </a:pPr>
            <a:r>
              <a:rPr lang="en-US" altLang="zh-CN" sz="1100" dirty="0"/>
              <a:t>PS</a:t>
            </a:r>
            <a:r>
              <a:rPr lang="zh-CN" altLang="en-US" sz="1100" dirty="0"/>
              <a:t>：统计当前</a:t>
            </a:r>
            <a:r>
              <a:rPr lang="en-US" altLang="zh-CN" sz="1100" dirty="0"/>
              <a:t>NDVI</a:t>
            </a:r>
            <a:r>
              <a:rPr lang="zh-CN" altLang="en-US" sz="1100" dirty="0"/>
              <a:t>区间下最大</a:t>
            </a:r>
            <a:r>
              <a:rPr lang="en-US" altLang="zh-CN" sz="1100" dirty="0"/>
              <a:t>LST</a:t>
            </a:r>
            <a:r>
              <a:rPr lang="zh-CN" altLang="en-US" sz="1100" dirty="0"/>
              <a:t>与最小</a:t>
            </a:r>
            <a:r>
              <a:rPr lang="en-US" altLang="zh-CN" sz="1100" dirty="0"/>
              <a:t>LST</a:t>
            </a:r>
            <a:r>
              <a:rPr lang="zh-CN" altLang="en-US" sz="1100" dirty="0"/>
              <a:t>之前，可以使用</a:t>
            </a:r>
            <a:r>
              <a:rPr lang="en-US" altLang="zh-CN" sz="1100" dirty="0"/>
              <a:t>mean ± n*std</a:t>
            </a:r>
            <a:r>
              <a:rPr lang="zh-CN" altLang="en-US" sz="1100" dirty="0"/>
              <a:t>对区间内像素的异常值进行筛选</a:t>
            </a:r>
            <a:endParaRPr lang="en-US" altLang="zh-CN" sz="1100" dirty="0"/>
          </a:p>
          <a:p>
            <a:pPr marL="342900" indent="-342900">
              <a:lnSpc>
                <a:spcPct val="150000"/>
              </a:lnSpc>
              <a:buFont typeface="Arial" panose="020B0604020202020204" pitchFamily="34" charset="0"/>
              <a:buChar char="•"/>
            </a:pPr>
            <a:endParaRPr lang="en-US" altLang="zh-CN" sz="1400" dirty="0"/>
          </a:p>
        </p:txBody>
      </p:sp>
      <p:sp>
        <p:nvSpPr>
          <p:cNvPr id="8" name="矩形 7">
            <a:extLst>
              <a:ext uri="{FF2B5EF4-FFF2-40B4-BE49-F238E27FC236}">
                <a16:creationId xmlns:a16="http://schemas.microsoft.com/office/drawing/2014/main" id="{2C4C031A-56FE-4618-B35E-AEEA5DEEA6F1}"/>
              </a:ext>
            </a:extLst>
          </p:cNvPr>
          <p:cNvSpPr/>
          <p:nvPr/>
        </p:nvSpPr>
        <p:spPr>
          <a:xfrm>
            <a:off x="8788368" y="4254075"/>
            <a:ext cx="135499" cy="2108200"/>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ustDataLst>
      <p:tags r:id="rId1"/>
    </p:custDataLst>
    <p:extLst>
      <p:ext uri="{BB962C8B-B14F-4D97-AF65-F5344CB8AC3E}">
        <p14:creationId xmlns:p14="http://schemas.microsoft.com/office/powerpoint/2010/main" val="183813263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656592" y="775971"/>
            <a:ext cx="10939145" cy="76200"/>
          </a:xfrm>
          <a:prstGeom prst="rect">
            <a:avLst/>
          </a:prstGeom>
          <a:solidFill>
            <a:srgbClr val="03532A">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Arial"/>
              <a:ea typeface="微软雅黑"/>
              <a:cs typeface="+mn-cs"/>
            </a:endParaRPr>
          </a:p>
        </p:txBody>
      </p:sp>
      <p:sp>
        <p:nvSpPr>
          <p:cNvPr id="10" name="文本框 9">
            <a:extLst>
              <a:ext uri="{FF2B5EF4-FFF2-40B4-BE49-F238E27FC236}">
                <a16:creationId xmlns:a16="http://schemas.microsoft.com/office/drawing/2014/main" id="{B2DA5A1B-D080-4437-819D-1C789EE80ECD}"/>
              </a:ext>
            </a:extLst>
          </p:cNvPr>
          <p:cNvSpPr txBox="1"/>
          <p:nvPr/>
        </p:nvSpPr>
        <p:spPr>
          <a:xfrm>
            <a:off x="656592" y="270860"/>
            <a:ext cx="11770175" cy="523220"/>
          </a:xfrm>
          <a:prstGeom prst="rect">
            <a:avLst/>
          </a:prstGeom>
          <a:noFill/>
        </p:spPr>
        <p:txBody>
          <a:bodyPr wrap="square" rtlCol="0">
            <a:spAutoFit/>
          </a:bodyPr>
          <a:lstStyle/>
          <a:p>
            <a:pPr lvl="0">
              <a:defRPr/>
            </a:pPr>
            <a:r>
              <a:rPr lang="zh-CN" altLang="en-US" sz="2800" b="1" dirty="0">
                <a:solidFill>
                  <a:prstClr val="black"/>
                </a:solidFill>
                <a:latin typeface="微软雅黑" panose="020B0503020204020204" pitchFamily="34" charset="-122"/>
                <a:ea typeface="微软雅黑" panose="020B0503020204020204" pitchFamily="34" charset="-122"/>
              </a:rPr>
              <a:t>实验步骤</a:t>
            </a:r>
            <a:endParaRPr kumimoji="0" lang="zh-CN" altLang="en-US" sz="28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2" name="文本框 1"/>
          <p:cNvSpPr txBox="1"/>
          <p:nvPr/>
        </p:nvSpPr>
        <p:spPr>
          <a:xfrm>
            <a:off x="1378973" y="995517"/>
            <a:ext cx="9113181" cy="1720151"/>
          </a:xfrm>
          <a:prstGeom prst="rect">
            <a:avLst/>
          </a:prstGeom>
          <a:noFill/>
        </p:spPr>
        <p:txBody>
          <a:bodyPr wrap="square" rtlCol="0">
            <a:spAutoFit/>
          </a:bodyPr>
          <a:lstStyle/>
          <a:p>
            <a:pPr>
              <a:lnSpc>
                <a:spcPct val="150000"/>
              </a:lnSpc>
            </a:pPr>
            <a:r>
              <a:rPr lang="zh-CN" altLang="en-US" sz="2000" dirty="0">
                <a:solidFill>
                  <a:srgbClr val="7030A0"/>
                </a:solidFill>
              </a:rPr>
              <a:t>四、干旱等级划分及评价。</a:t>
            </a:r>
            <a:endParaRPr lang="en-US" altLang="zh-CN" sz="2000" dirty="0">
              <a:solidFill>
                <a:srgbClr val="7030A0"/>
              </a:solidFill>
            </a:endParaRPr>
          </a:p>
          <a:p>
            <a:pPr marL="342900" indent="-342900">
              <a:lnSpc>
                <a:spcPct val="150000"/>
              </a:lnSpc>
              <a:buFont typeface="Arial" panose="020B0604020202020204" pitchFamily="34" charset="0"/>
              <a:buChar char="•"/>
            </a:pPr>
            <a:r>
              <a:rPr lang="zh-CN" altLang="en-US" sz="2000" dirty="0"/>
              <a:t>建议按照国家气候中心制定的国家标准</a:t>
            </a:r>
            <a:r>
              <a:rPr lang="en-US" altLang="zh-CN" sz="2000" dirty="0"/>
              <a:t>《</a:t>
            </a:r>
            <a:r>
              <a:rPr lang="zh-CN" altLang="en-US" sz="2000" dirty="0"/>
              <a:t>气象干旱等级标准</a:t>
            </a:r>
            <a:r>
              <a:rPr lang="en-US" altLang="zh-CN" sz="2000" dirty="0"/>
              <a:t>》</a:t>
            </a:r>
            <a:r>
              <a:rPr lang="zh-CN" altLang="en-US" sz="2000" dirty="0"/>
              <a:t>划分为</a:t>
            </a:r>
            <a:r>
              <a:rPr lang="en-US" altLang="zh-CN" sz="2000" dirty="0"/>
              <a:t>5</a:t>
            </a:r>
            <a:r>
              <a:rPr lang="zh-CN" altLang="en-US" sz="2000" dirty="0"/>
              <a:t>个等级：无旱、轻旱、中旱、重旱、特旱</a:t>
            </a:r>
            <a:endParaRPr lang="en-US" altLang="zh-CN" sz="2000" dirty="0"/>
          </a:p>
          <a:p>
            <a:pPr marL="342900" indent="-342900">
              <a:lnSpc>
                <a:spcPct val="150000"/>
              </a:lnSpc>
              <a:buFont typeface="Arial" panose="020B0604020202020204" pitchFamily="34" charset="0"/>
              <a:buChar char="•"/>
            </a:pPr>
            <a:r>
              <a:rPr lang="en-US" altLang="zh-CN" sz="1200" dirty="0"/>
              <a:t>Ref: https://www.cma.gov.cn/2011xzt/20120816/2012081601_4_1_1_2/201208160101/201308/t20130809_222633.html</a:t>
            </a:r>
            <a:endParaRPr lang="en-US" altLang="zh-CN" sz="2000" dirty="0"/>
          </a:p>
        </p:txBody>
      </p:sp>
      <p:pic>
        <p:nvPicPr>
          <p:cNvPr id="7" name="图片 6">
            <a:extLst>
              <a:ext uri="{FF2B5EF4-FFF2-40B4-BE49-F238E27FC236}">
                <a16:creationId xmlns:a16="http://schemas.microsoft.com/office/drawing/2014/main" id="{2DB0C67F-EA09-4468-9DC6-35E576EF4CB4}"/>
              </a:ext>
            </a:extLst>
          </p:cNvPr>
          <p:cNvPicPr>
            <a:picLocks noChangeAspect="1"/>
          </p:cNvPicPr>
          <p:nvPr/>
        </p:nvPicPr>
        <p:blipFill>
          <a:blip r:embed="rId4"/>
          <a:stretch>
            <a:fillRect/>
          </a:stretch>
        </p:blipFill>
        <p:spPr>
          <a:xfrm>
            <a:off x="1390091" y="3395917"/>
            <a:ext cx="4373723" cy="2912376"/>
          </a:xfrm>
          <a:prstGeom prst="rect">
            <a:avLst/>
          </a:prstGeom>
        </p:spPr>
      </p:pic>
      <p:sp>
        <p:nvSpPr>
          <p:cNvPr id="3" name="箭头: 右 2">
            <a:extLst>
              <a:ext uri="{FF2B5EF4-FFF2-40B4-BE49-F238E27FC236}">
                <a16:creationId xmlns:a16="http://schemas.microsoft.com/office/drawing/2014/main" id="{FD8B9B92-5561-48DB-9046-C7E1250DDFF4}"/>
              </a:ext>
            </a:extLst>
          </p:cNvPr>
          <p:cNvSpPr/>
          <p:nvPr/>
        </p:nvSpPr>
        <p:spPr>
          <a:xfrm>
            <a:off x="6226513" y="4180072"/>
            <a:ext cx="222738" cy="1344067"/>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2" name="组合 21">
            <a:extLst>
              <a:ext uri="{FF2B5EF4-FFF2-40B4-BE49-F238E27FC236}">
                <a16:creationId xmlns:a16="http://schemas.microsoft.com/office/drawing/2014/main" id="{59B3FA35-72BE-42EC-A4FC-76FD3D44E550}"/>
              </a:ext>
            </a:extLst>
          </p:cNvPr>
          <p:cNvGrpSpPr/>
          <p:nvPr/>
        </p:nvGrpSpPr>
        <p:grpSpPr>
          <a:xfrm>
            <a:off x="10047403" y="5463276"/>
            <a:ext cx="806466" cy="861774"/>
            <a:chOff x="10000511" y="5463276"/>
            <a:chExt cx="806466" cy="861774"/>
          </a:xfrm>
        </p:grpSpPr>
        <p:pic>
          <p:nvPicPr>
            <p:cNvPr id="8" name="图片 7">
              <a:extLst>
                <a:ext uri="{FF2B5EF4-FFF2-40B4-BE49-F238E27FC236}">
                  <a16:creationId xmlns:a16="http://schemas.microsoft.com/office/drawing/2014/main" id="{C4845DA6-637F-4D25-9325-23EE13313D48}"/>
                </a:ext>
              </a:extLst>
            </p:cNvPr>
            <p:cNvPicPr>
              <a:picLocks noChangeAspect="1"/>
            </p:cNvPicPr>
            <p:nvPr/>
          </p:nvPicPr>
          <p:blipFill>
            <a:blip r:embed="rId5"/>
            <a:stretch>
              <a:fillRect/>
            </a:stretch>
          </p:blipFill>
          <p:spPr>
            <a:xfrm flipV="1">
              <a:off x="10001623" y="5524139"/>
              <a:ext cx="408463" cy="123489"/>
            </a:xfrm>
            <a:prstGeom prst="rect">
              <a:avLst/>
            </a:prstGeom>
          </p:spPr>
        </p:pic>
        <p:pic>
          <p:nvPicPr>
            <p:cNvPr id="9" name="图片 8">
              <a:extLst>
                <a:ext uri="{FF2B5EF4-FFF2-40B4-BE49-F238E27FC236}">
                  <a16:creationId xmlns:a16="http://schemas.microsoft.com/office/drawing/2014/main" id="{C81F89A2-5F34-4A06-BEA2-62373AB1931A}"/>
                </a:ext>
              </a:extLst>
            </p:cNvPr>
            <p:cNvPicPr>
              <a:picLocks noChangeAspect="1"/>
            </p:cNvPicPr>
            <p:nvPr/>
          </p:nvPicPr>
          <p:blipFill>
            <a:blip r:embed="rId6"/>
            <a:stretch>
              <a:fillRect/>
            </a:stretch>
          </p:blipFill>
          <p:spPr>
            <a:xfrm flipV="1">
              <a:off x="10001623" y="5671618"/>
              <a:ext cx="408463" cy="123489"/>
            </a:xfrm>
            <a:prstGeom prst="rect">
              <a:avLst/>
            </a:prstGeom>
          </p:spPr>
        </p:pic>
        <p:pic>
          <p:nvPicPr>
            <p:cNvPr id="16" name="图片 15">
              <a:extLst>
                <a:ext uri="{FF2B5EF4-FFF2-40B4-BE49-F238E27FC236}">
                  <a16:creationId xmlns:a16="http://schemas.microsoft.com/office/drawing/2014/main" id="{BF165A19-542E-4A57-8016-92481E4C4474}"/>
                </a:ext>
              </a:extLst>
            </p:cNvPr>
            <p:cNvPicPr>
              <a:picLocks noChangeAspect="1"/>
            </p:cNvPicPr>
            <p:nvPr/>
          </p:nvPicPr>
          <p:blipFill>
            <a:blip r:embed="rId7"/>
            <a:stretch>
              <a:fillRect/>
            </a:stretch>
          </p:blipFill>
          <p:spPr>
            <a:xfrm flipV="1">
              <a:off x="10001623" y="5819099"/>
              <a:ext cx="408463" cy="123489"/>
            </a:xfrm>
            <a:prstGeom prst="rect">
              <a:avLst/>
            </a:prstGeom>
          </p:spPr>
        </p:pic>
        <p:pic>
          <p:nvPicPr>
            <p:cNvPr id="17" name="图片 16">
              <a:extLst>
                <a:ext uri="{FF2B5EF4-FFF2-40B4-BE49-F238E27FC236}">
                  <a16:creationId xmlns:a16="http://schemas.microsoft.com/office/drawing/2014/main" id="{DC173A7D-FBB4-4049-B53C-6B9DFD738788}"/>
                </a:ext>
              </a:extLst>
            </p:cNvPr>
            <p:cNvPicPr>
              <a:picLocks noChangeAspect="1"/>
            </p:cNvPicPr>
            <p:nvPr/>
          </p:nvPicPr>
          <p:blipFill>
            <a:blip r:embed="rId8"/>
            <a:stretch>
              <a:fillRect/>
            </a:stretch>
          </p:blipFill>
          <p:spPr>
            <a:xfrm flipV="1">
              <a:off x="10000511" y="5977990"/>
              <a:ext cx="408463" cy="123489"/>
            </a:xfrm>
            <a:prstGeom prst="rect">
              <a:avLst/>
            </a:prstGeom>
          </p:spPr>
        </p:pic>
        <p:pic>
          <p:nvPicPr>
            <p:cNvPr id="18" name="图片 17">
              <a:extLst>
                <a:ext uri="{FF2B5EF4-FFF2-40B4-BE49-F238E27FC236}">
                  <a16:creationId xmlns:a16="http://schemas.microsoft.com/office/drawing/2014/main" id="{8CCA9CB9-52BF-47BC-A34D-E667AFD0237C}"/>
                </a:ext>
              </a:extLst>
            </p:cNvPr>
            <p:cNvPicPr>
              <a:picLocks noChangeAspect="1"/>
            </p:cNvPicPr>
            <p:nvPr/>
          </p:nvPicPr>
          <p:blipFill>
            <a:blip r:embed="rId9"/>
            <a:stretch>
              <a:fillRect/>
            </a:stretch>
          </p:blipFill>
          <p:spPr>
            <a:xfrm flipV="1">
              <a:off x="10000511" y="6135770"/>
              <a:ext cx="408463" cy="123489"/>
            </a:xfrm>
            <a:prstGeom prst="rect">
              <a:avLst/>
            </a:prstGeom>
          </p:spPr>
        </p:pic>
        <p:sp>
          <p:nvSpPr>
            <p:cNvPr id="20" name="矩形 19">
              <a:extLst>
                <a:ext uri="{FF2B5EF4-FFF2-40B4-BE49-F238E27FC236}">
                  <a16:creationId xmlns:a16="http://schemas.microsoft.com/office/drawing/2014/main" id="{3CF927B8-69CA-400C-966A-6B00307AF411}"/>
                </a:ext>
              </a:extLst>
            </p:cNvPr>
            <p:cNvSpPr/>
            <p:nvPr/>
          </p:nvSpPr>
          <p:spPr>
            <a:xfrm>
              <a:off x="10365831" y="5463276"/>
              <a:ext cx="441146" cy="861774"/>
            </a:xfrm>
            <a:prstGeom prst="rect">
              <a:avLst/>
            </a:prstGeom>
          </p:spPr>
          <p:txBody>
            <a:bodyPr wrap="none">
              <a:spAutoFit/>
            </a:bodyPr>
            <a:lstStyle/>
            <a:p>
              <a:r>
                <a:rPr lang="zh-CN" altLang="en-US" sz="1000" dirty="0"/>
                <a:t>无旱</a:t>
              </a:r>
              <a:endParaRPr lang="en-US" altLang="zh-CN" sz="1000" dirty="0"/>
            </a:p>
            <a:p>
              <a:r>
                <a:rPr lang="zh-CN" altLang="en-US" sz="1000" dirty="0"/>
                <a:t>轻旱</a:t>
              </a:r>
              <a:endParaRPr lang="en-US" altLang="zh-CN" sz="1000" dirty="0"/>
            </a:p>
            <a:p>
              <a:r>
                <a:rPr lang="zh-CN" altLang="en-US" sz="1000" dirty="0"/>
                <a:t>中旱</a:t>
              </a:r>
              <a:endParaRPr lang="en-US" altLang="zh-CN" sz="1000" dirty="0"/>
            </a:p>
            <a:p>
              <a:r>
                <a:rPr lang="zh-CN" altLang="en-US" sz="1000" dirty="0"/>
                <a:t>重旱</a:t>
              </a:r>
              <a:endParaRPr lang="en-US" altLang="zh-CN" sz="1000" dirty="0"/>
            </a:p>
            <a:p>
              <a:r>
                <a:rPr lang="zh-CN" altLang="en-US" sz="1000" dirty="0"/>
                <a:t>特旱</a:t>
              </a:r>
            </a:p>
          </p:txBody>
        </p:sp>
      </p:grpSp>
      <p:pic>
        <p:nvPicPr>
          <p:cNvPr id="23" name="图片 22">
            <a:extLst>
              <a:ext uri="{FF2B5EF4-FFF2-40B4-BE49-F238E27FC236}">
                <a16:creationId xmlns:a16="http://schemas.microsoft.com/office/drawing/2014/main" id="{687C2C2E-5E70-4B25-9228-B78F9F1E4CB4}"/>
              </a:ext>
            </a:extLst>
          </p:cNvPr>
          <p:cNvPicPr>
            <a:picLocks noChangeAspect="1"/>
          </p:cNvPicPr>
          <p:nvPr/>
        </p:nvPicPr>
        <p:blipFill>
          <a:blip r:embed="rId10"/>
          <a:stretch>
            <a:fillRect/>
          </a:stretch>
        </p:blipFill>
        <p:spPr>
          <a:xfrm>
            <a:off x="6807403" y="3391970"/>
            <a:ext cx="3240000" cy="2916323"/>
          </a:xfrm>
          <a:prstGeom prst="rect">
            <a:avLst/>
          </a:prstGeom>
        </p:spPr>
      </p:pic>
      <p:pic>
        <p:nvPicPr>
          <p:cNvPr id="24" name="图片 23">
            <a:extLst>
              <a:ext uri="{FF2B5EF4-FFF2-40B4-BE49-F238E27FC236}">
                <a16:creationId xmlns:a16="http://schemas.microsoft.com/office/drawing/2014/main" id="{36128275-06B6-4623-88D6-FCAD88A7A870}"/>
              </a:ext>
            </a:extLst>
          </p:cNvPr>
          <p:cNvPicPr>
            <a:picLocks noChangeAspect="1"/>
          </p:cNvPicPr>
          <p:nvPr/>
        </p:nvPicPr>
        <p:blipFill>
          <a:blip r:embed="rId11"/>
          <a:stretch>
            <a:fillRect/>
          </a:stretch>
        </p:blipFill>
        <p:spPr>
          <a:xfrm>
            <a:off x="5095375" y="5463276"/>
            <a:ext cx="668439" cy="822055"/>
          </a:xfrm>
          <a:prstGeom prst="rect">
            <a:avLst/>
          </a:prstGeom>
        </p:spPr>
      </p:pic>
    </p:spTree>
    <p:custDataLst>
      <p:tags r:id="rId1"/>
    </p:custDataLst>
    <p:extLst>
      <p:ext uri="{BB962C8B-B14F-4D97-AF65-F5344CB8AC3E}">
        <p14:creationId xmlns:p14="http://schemas.microsoft.com/office/powerpoint/2010/main" val="51906412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656592" y="775971"/>
            <a:ext cx="10939145" cy="76200"/>
          </a:xfrm>
          <a:prstGeom prst="rect">
            <a:avLst/>
          </a:prstGeom>
          <a:solidFill>
            <a:srgbClr val="03532A">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Arial"/>
              <a:ea typeface="微软雅黑"/>
              <a:cs typeface="+mn-cs"/>
            </a:endParaRPr>
          </a:p>
        </p:txBody>
      </p:sp>
      <p:sp>
        <p:nvSpPr>
          <p:cNvPr id="10" name="文本框 9">
            <a:extLst>
              <a:ext uri="{FF2B5EF4-FFF2-40B4-BE49-F238E27FC236}">
                <a16:creationId xmlns:a16="http://schemas.microsoft.com/office/drawing/2014/main" id="{B2DA5A1B-D080-4437-819D-1C789EE80ECD}"/>
              </a:ext>
            </a:extLst>
          </p:cNvPr>
          <p:cNvSpPr txBox="1"/>
          <p:nvPr/>
        </p:nvSpPr>
        <p:spPr>
          <a:xfrm>
            <a:off x="656592" y="270860"/>
            <a:ext cx="11770175" cy="523220"/>
          </a:xfrm>
          <a:prstGeom prst="rect">
            <a:avLst/>
          </a:prstGeom>
          <a:noFill/>
        </p:spPr>
        <p:txBody>
          <a:bodyPr wrap="square" rtlCol="0">
            <a:spAutoFit/>
          </a:bodyPr>
          <a:lstStyle/>
          <a:p>
            <a:pPr lvl="0">
              <a:defRPr/>
            </a:pPr>
            <a:r>
              <a:rPr lang="zh-CN" altLang="en-US" sz="2800" b="1" dirty="0">
                <a:solidFill>
                  <a:prstClr val="black"/>
                </a:solidFill>
                <a:latin typeface="微软雅黑" panose="020B0503020204020204" pitchFamily="34" charset="-122"/>
                <a:ea typeface="微软雅黑" panose="020B0503020204020204" pitchFamily="34" charset="-122"/>
              </a:rPr>
              <a:t>实验要求</a:t>
            </a:r>
            <a:endParaRPr kumimoji="0" lang="zh-CN" altLang="en-US" sz="28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2" name="文本框 1"/>
          <p:cNvSpPr txBox="1"/>
          <p:nvPr/>
        </p:nvSpPr>
        <p:spPr>
          <a:xfrm>
            <a:off x="929149" y="1188720"/>
            <a:ext cx="10744200" cy="1688411"/>
          </a:xfrm>
          <a:prstGeom prst="rect">
            <a:avLst/>
          </a:prstGeom>
          <a:noFill/>
        </p:spPr>
        <p:txBody>
          <a:bodyPr wrap="square" rtlCol="0">
            <a:spAutoFit/>
          </a:bodyPr>
          <a:lstStyle/>
          <a:p>
            <a:pPr>
              <a:lnSpc>
                <a:spcPct val="150000"/>
              </a:lnSpc>
            </a:pPr>
            <a:r>
              <a:rPr lang="zh-CN" altLang="en-US" dirty="0"/>
              <a:t>      </a:t>
            </a:r>
            <a:r>
              <a:rPr lang="zh-CN" altLang="en-US" sz="2400" dirty="0"/>
              <a:t>按照实验步骤完成实验，并书写实验报告，实验报告中需包含关键过程及必要的图件说明，例如</a:t>
            </a:r>
            <a:r>
              <a:rPr lang="en-US" altLang="zh-CN" sz="2400" dirty="0"/>
              <a:t>NDVI</a:t>
            </a:r>
            <a:r>
              <a:rPr lang="zh-CN" altLang="en-US" sz="2400" dirty="0"/>
              <a:t>、</a:t>
            </a:r>
            <a:r>
              <a:rPr lang="en-US" altLang="zh-CN" sz="2400" dirty="0"/>
              <a:t>LST</a:t>
            </a:r>
            <a:r>
              <a:rPr lang="zh-CN" altLang="en-US" sz="2400" dirty="0"/>
              <a:t>反演结果、干边、湿边拟合方程等。实验报告需在</a:t>
            </a:r>
            <a:r>
              <a:rPr lang="en-US" altLang="zh-CN" sz="2400" dirty="0"/>
              <a:t>6</a:t>
            </a:r>
            <a:r>
              <a:rPr lang="zh-CN" altLang="en-US" sz="2400" dirty="0"/>
              <a:t>月</a:t>
            </a:r>
            <a:r>
              <a:rPr lang="en-US" altLang="zh-CN" sz="2400" dirty="0"/>
              <a:t>23</a:t>
            </a:r>
            <a:r>
              <a:rPr lang="zh-CN" altLang="en-US" sz="2400" dirty="0"/>
              <a:t>日上课前提交至助教邮箱（</a:t>
            </a:r>
            <a:r>
              <a:rPr lang="en-US" altLang="zh-CN" sz="2400" dirty="0"/>
              <a:t>xuxh59@mail2.sysu.edu.cn</a:t>
            </a:r>
            <a:r>
              <a:rPr lang="zh-CN" altLang="en-US" sz="2400" dirty="0"/>
              <a:t>） </a:t>
            </a:r>
          </a:p>
        </p:txBody>
      </p:sp>
    </p:spTree>
    <p:custDataLst>
      <p:tags r:id="rId1"/>
    </p:custDataLst>
    <p:extLst>
      <p:ext uri="{BB962C8B-B14F-4D97-AF65-F5344CB8AC3E}">
        <p14:creationId xmlns:p14="http://schemas.microsoft.com/office/powerpoint/2010/main" val="183536735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4CBCCEA-0EBB-4F98-976A-665496910FC1}"/>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4464B443-756B-4C65-8F5F-EA49DD8A8FB8}"/>
              </a:ext>
            </a:extLst>
          </p:cNvPr>
          <p:cNvSpPr>
            <a:spLocks noGrp="1"/>
          </p:cNvSpPr>
          <p:nvPr>
            <p:ph idx="1"/>
          </p:nvPr>
        </p:nvSpPr>
        <p:spPr>
          <a:xfrm>
            <a:off x="669883" y="2824163"/>
            <a:ext cx="10852237" cy="3513192"/>
          </a:xfrm>
        </p:spPr>
        <p:txBody>
          <a:bodyPr/>
          <a:lstStyle/>
          <a:p>
            <a:pPr marL="0" indent="0" algn="ctr">
              <a:buNone/>
            </a:pPr>
            <a:r>
              <a:rPr lang="zh-CN" altLang="en-US" sz="4800" dirty="0"/>
              <a:t>谢谢！</a:t>
            </a:r>
          </a:p>
        </p:txBody>
      </p:sp>
    </p:spTree>
    <p:extLst>
      <p:ext uri="{BB962C8B-B14F-4D97-AF65-F5344CB8AC3E}">
        <p14:creationId xmlns:p14="http://schemas.microsoft.com/office/powerpoint/2010/main" val="920041810"/>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187308"/>
</p:tagLst>
</file>

<file path=ppt/tags/tag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187308"/>
</p:tagLst>
</file>

<file path=ppt/tags/tag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xml><?xml version="1.0" encoding="utf-8"?>
<p:tagLst xmlns:a="http://schemas.openxmlformats.org/drawingml/2006/main" xmlns:r="http://schemas.openxmlformats.org/officeDocument/2006/relationships" xmlns:p="http://schemas.openxmlformats.org/presentationml/2006/main">
  <p:tag name="KSO_WM_TEMPLATE_THUMBS_INDEX" val="1"/>
  <p:tag name="KSO_WM_TEMPLATE_SUBCATEGORY" val="0"/>
  <p:tag name="KSO_WM_TAG_VERSION" val="1.0"/>
  <p:tag name="KSO_WM_BEAUTIFY_FLAG" val="#wm#"/>
  <p:tag name="KSO_WM_TEMPLATE_CATEGORY" val="custom"/>
  <p:tag name="KSO_WM_TEMPLATE_INDEX" val="20187308"/>
</p:tagLst>
</file>

<file path=ppt/tags/tag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4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4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4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4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2.xml><?xml version="1.0" encoding="utf-8"?>
<p:tagLst xmlns:a="http://schemas.openxmlformats.org/drawingml/2006/main" xmlns:r="http://schemas.openxmlformats.org/officeDocument/2006/relationships" xmlns:p="http://schemas.openxmlformats.org/presentationml/2006/main">
  <p:tag name="KSO_WM_TEMPLATE_THUMBS_INDEX" val="1"/>
  <p:tag name="KSO_WM_SLIDE_ID" val="custom20187308_1"/>
  <p:tag name="KSO_WM_TEMPLATE_SUBCATEGORY" val="0"/>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187308"/>
  <p:tag name="KSO_WM_SLIDE_LAYOUT" val="a_b"/>
  <p:tag name="KSO_WM_SLIDE_LAYOUT_CNT" val="1_1"/>
</p:tagLst>
</file>

<file path=ppt/tags/tag63.xml><?xml version="1.0" encoding="utf-8"?>
<p:tagLst xmlns:a="http://schemas.openxmlformats.org/drawingml/2006/main" xmlns:r="http://schemas.openxmlformats.org/officeDocument/2006/relationships" xmlns:p="http://schemas.openxmlformats.org/presentationml/2006/main">
  <p:tag name="KSO_WM_TEMPLATE_THUMBS_INDEX" val="1"/>
  <p:tag name="KSO_WM_SLIDE_ID" val="custom20187308_1"/>
  <p:tag name="KSO_WM_TEMPLATE_SUBCATEGORY" val="0"/>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187308"/>
  <p:tag name="KSO_WM_SLIDE_LAYOUT" val="a_b"/>
  <p:tag name="KSO_WM_SLIDE_LAYOUT_CNT" val="1_1"/>
</p:tagLst>
</file>

<file path=ppt/tags/tag64.xml><?xml version="1.0" encoding="utf-8"?>
<p:tagLst xmlns:a="http://schemas.openxmlformats.org/drawingml/2006/main" xmlns:r="http://schemas.openxmlformats.org/officeDocument/2006/relationships" xmlns:p="http://schemas.openxmlformats.org/presentationml/2006/main">
  <p:tag name="KSO_WM_TEMPLATE_THUMBS_INDEX" val="1"/>
  <p:tag name="KSO_WM_SLIDE_ID" val="custom20187308_1"/>
  <p:tag name="KSO_WM_TEMPLATE_SUBCATEGORY" val="0"/>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187308"/>
  <p:tag name="KSO_WM_SLIDE_LAYOUT" val="a_b"/>
  <p:tag name="KSO_WM_SLIDE_LAYOUT_CNT" val="1_1"/>
</p:tagLst>
</file>

<file path=ppt/tags/tag65.xml><?xml version="1.0" encoding="utf-8"?>
<p:tagLst xmlns:a="http://schemas.openxmlformats.org/drawingml/2006/main" xmlns:r="http://schemas.openxmlformats.org/officeDocument/2006/relationships" xmlns:p="http://schemas.openxmlformats.org/presentationml/2006/main">
  <p:tag name="KSO_WM_TEMPLATE_THUMBS_INDEX" val="1"/>
  <p:tag name="KSO_WM_SLIDE_ID" val="custom20187308_1"/>
  <p:tag name="KSO_WM_TEMPLATE_SUBCATEGORY" val="0"/>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187308"/>
  <p:tag name="KSO_WM_SLIDE_LAYOUT" val="a_b"/>
  <p:tag name="KSO_WM_SLIDE_LAYOUT_CNT" val="1_1"/>
</p:tagLst>
</file>

<file path=ppt/tags/tag66.xml><?xml version="1.0" encoding="utf-8"?>
<p:tagLst xmlns:a="http://schemas.openxmlformats.org/drawingml/2006/main" xmlns:r="http://schemas.openxmlformats.org/officeDocument/2006/relationships" xmlns:p="http://schemas.openxmlformats.org/presentationml/2006/main">
  <p:tag name="KSO_WM_TEMPLATE_THUMBS_INDEX" val="1"/>
  <p:tag name="KSO_WM_SLIDE_ID" val="custom20187308_1"/>
  <p:tag name="KSO_WM_TEMPLATE_SUBCATEGORY" val="0"/>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187308"/>
  <p:tag name="KSO_WM_SLIDE_LAYOUT" val="a_b"/>
  <p:tag name="KSO_WM_SLIDE_LAYOUT_CNT" val="1_1"/>
</p:tagLst>
</file>

<file path=ppt/tags/tag67.xml><?xml version="1.0" encoding="utf-8"?>
<p:tagLst xmlns:a="http://schemas.openxmlformats.org/drawingml/2006/main" xmlns:r="http://schemas.openxmlformats.org/officeDocument/2006/relationships" xmlns:p="http://schemas.openxmlformats.org/presentationml/2006/main">
  <p:tag name="KSO_WM_TEMPLATE_THUMBS_INDEX" val="1"/>
  <p:tag name="KSO_WM_SLIDE_ID" val="custom20187308_1"/>
  <p:tag name="KSO_WM_TEMPLATE_SUBCATEGORY" val="0"/>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187308"/>
  <p:tag name="KSO_WM_SLIDE_LAYOUT" val="a_b"/>
  <p:tag name="KSO_WM_SLIDE_LAYOUT_CNT" val="1_1"/>
</p:tagLst>
</file>

<file path=ppt/tags/tag68.xml><?xml version="1.0" encoding="utf-8"?>
<p:tagLst xmlns:a="http://schemas.openxmlformats.org/drawingml/2006/main" xmlns:r="http://schemas.openxmlformats.org/officeDocument/2006/relationships" xmlns:p="http://schemas.openxmlformats.org/presentationml/2006/main">
  <p:tag name="KSO_WM_TEMPLATE_THUMBS_INDEX" val="1"/>
  <p:tag name="KSO_WM_SLIDE_ID" val="custom20187308_1"/>
  <p:tag name="KSO_WM_TEMPLATE_SUBCATEGORY" val="0"/>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187308"/>
  <p:tag name="KSO_WM_SLIDE_LAYOUT" val="a_b"/>
  <p:tag name="KSO_WM_SLIDE_LAYOUT_CNT" val="1_1"/>
</p:tagLst>
</file>

<file path=ppt/tags/tag69.xml><?xml version="1.0" encoding="utf-8"?>
<p:tagLst xmlns:a="http://schemas.openxmlformats.org/drawingml/2006/main" xmlns:r="http://schemas.openxmlformats.org/officeDocument/2006/relationships" xmlns:p="http://schemas.openxmlformats.org/presentationml/2006/main">
  <p:tag name="KSO_WM_TEMPLATE_THUMBS_INDEX" val="1"/>
  <p:tag name="KSO_WM_SLIDE_ID" val="custom20187308_1"/>
  <p:tag name="KSO_WM_TEMPLATE_SUBCATEGORY" val="0"/>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187308"/>
  <p:tag name="KSO_WM_SLIDE_LAYOUT" val="a_b"/>
  <p:tag name="KSO_WM_SLIDE_LAYOUT_CNT" val="1_1"/>
</p:tagLst>
</file>

<file path=ppt/tags/tag70.xml><?xml version="1.0" encoding="utf-8"?>
<p:tagLst xmlns:a="http://schemas.openxmlformats.org/drawingml/2006/main" xmlns:r="http://schemas.openxmlformats.org/officeDocument/2006/relationships" xmlns:p="http://schemas.openxmlformats.org/presentationml/2006/main">
  <p:tag name="KSO_WM_TEMPLATE_THUMBS_INDEX" val="1"/>
  <p:tag name="KSO_WM_SLIDE_ID" val="custom20187308_1"/>
  <p:tag name="KSO_WM_TEMPLATE_SUBCATEGORY" val="0"/>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187308"/>
  <p:tag name="KSO_WM_SLIDE_LAYOUT" val="a_b"/>
  <p:tag name="KSO_WM_SLIDE_LAYOUT_CNT" val="1_1"/>
</p:tagLst>
</file>

<file path=ppt/tags/tag71.xml><?xml version="1.0" encoding="utf-8"?>
<p:tagLst xmlns:a="http://schemas.openxmlformats.org/drawingml/2006/main" xmlns:r="http://schemas.openxmlformats.org/officeDocument/2006/relationships" xmlns:p="http://schemas.openxmlformats.org/presentationml/2006/main">
  <p:tag name="KSO_WM_TEMPLATE_THUMBS_INDEX" val="1"/>
  <p:tag name="KSO_WM_SLIDE_ID" val="custom20187308_1"/>
  <p:tag name="KSO_WM_TEMPLATE_SUBCATEGORY" val="0"/>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187308"/>
  <p:tag name="KSO_WM_SLIDE_LAYOUT" val="a_b"/>
  <p:tag name="KSO_WM_SLIDE_LAYOUT_CNT" val="1_1"/>
</p:tagLst>
</file>

<file path=ppt/tags/tag72.xml><?xml version="1.0" encoding="utf-8"?>
<p:tagLst xmlns:a="http://schemas.openxmlformats.org/drawingml/2006/main" xmlns:r="http://schemas.openxmlformats.org/officeDocument/2006/relationships" xmlns:p="http://schemas.openxmlformats.org/presentationml/2006/main">
  <p:tag name="KSO_WM_TEMPLATE_THUMBS_INDEX" val="1"/>
  <p:tag name="KSO_WM_SLIDE_ID" val="custom20187308_1"/>
  <p:tag name="KSO_WM_TEMPLATE_SUBCATEGORY" val="0"/>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187308"/>
  <p:tag name="KSO_WM_SLIDE_LAYOUT" val="a_b"/>
  <p:tag name="KSO_WM_SLIDE_LAYOUT_CNT" val="1_1"/>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10107</TotalTime>
  <Words>1407</Words>
  <Application>Microsoft Office PowerPoint</Application>
  <PresentationFormat>宽屏</PresentationFormat>
  <Paragraphs>103</Paragraphs>
  <Slides>13</Slides>
  <Notes>12</Notes>
  <HiddenSlides>0</HiddenSlides>
  <MMClips>0</MMClips>
  <ScaleCrop>false</ScaleCrop>
  <HeadingPairs>
    <vt:vector size="8" baseType="variant">
      <vt:variant>
        <vt:lpstr>已用的字体</vt:lpstr>
      </vt:variant>
      <vt:variant>
        <vt:i4>10</vt:i4>
      </vt:variant>
      <vt:variant>
        <vt:lpstr>主题</vt:lpstr>
      </vt:variant>
      <vt:variant>
        <vt:i4>2</vt:i4>
      </vt:variant>
      <vt:variant>
        <vt:lpstr>嵌入 OLE 服务器</vt:lpstr>
      </vt:variant>
      <vt:variant>
        <vt:i4>1</vt:i4>
      </vt:variant>
      <vt:variant>
        <vt:lpstr>幻灯片标题</vt:lpstr>
      </vt:variant>
      <vt:variant>
        <vt:i4>13</vt:i4>
      </vt:variant>
    </vt:vector>
  </HeadingPairs>
  <TitlesOfParts>
    <vt:vector size="26" baseType="lpstr">
      <vt:lpstr>-apple-system</vt:lpstr>
      <vt:lpstr>Arial Unicode MS</vt:lpstr>
      <vt:lpstr>等线</vt:lpstr>
      <vt:lpstr>宋体</vt:lpstr>
      <vt:lpstr>微软雅黑</vt:lpstr>
      <vt:lpstr>Arial</vt:lpstr>
      <vt:lpstr>Calibri</vt:lpstr>
      <vt:lpstr>Cambria Math</vt:lpstr>
      <vt:lpstr>Courier New</vt:lpstr>
      <vt:lpstr>Wingdings</vt:lpstr>
      <vt:lpstr>Office 主题​​</vt:lpstr>
      <vt:lpstr>Office Theme</vt:lpstr>
      <vt:lpstr>Equation</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春大佬</dc:creator>
  <cp:lastModifiedBy>XiaoPo Zheng</cp:lastModifiedBy>
  <cp:revision>345</cp:revision>
  <dcterms:created xsi:type="dcterms:W3CDTF">2019-06-19T02:08:00Z</dcterms:created>
  <dcterms:modified xsi:type="dcterms:W3CDTF">2026-06-16T01:38:36Z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2052-11.1.0.9292</vt:lpwstr>
  </property>
</Properties>
</file>